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0" r:id="rId4"/>
    <p:sldId id="257" r:id="rId5"/>
    <p:sldId id="258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sites.google.com/site/upiicsasaramendez/Inicio/compiladores" TargetMode="Externa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hyperlink" Target="https://sites.google.com/site/upiicsasaramendez/Inicio/compiladores" TargetMode="Externa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sites.google.com/site/upiicsasaramendez/Inicio/compiladores" TargetMode="External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hyperlink" Target="https://sites.google.com/site/upiicsasaramendez/Inicio/compiladores" TargetMode="External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ABF6C4-D092-4F54-830D-5597F169B73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4C29C64-C0ED-4D00-8611-35B33CC4BED6}">
      <dgm:prSet custT="1"/>
      <dgm:spPr/>
      <dgm:t>
        <a:bodyPr/>
        <a:lstStyle/>
        <a:p>
          <a:r>
            <a:rPr lang="es-MX" sz="3200" dirty="0"/>
            <a:t>Elaborar con código breve o con el lenguaje de su elección la lista de más de 2000 lenguajes que están contenidos en el archivo language.txt (incluye más de 10 000 registros o renglones). DISPONIBLE EN: </a:t>
          </a:r>
          <a:r>
            <a:rPr lang="pt-BR" sz="3200" dirty="0">
              <a:hlinkClick xmlns:r="http://schemas.openxmlformats.org/officeDocument/2006/relationships" r:id="rId1"/>
            </a:rPr>
            <a:t>SARA MÉNDEZ GARCÍA - Compiladores (google.com)</a:t>
          </a:r>
          <a:endParaRPr lang="en-US" sz="1400" dirty="0"/>
        </a:p>
      </dgm:t>
    </dgm:pt>
    <dgm:pt modelId="{A2DEA926-2C8F-4214-A7F4-B04A06105969}" type="parTrans" cxnId="{3D1EEE7F-CC72-4836-98F7-A303F839810D}">
      <dgm:prSet/>
      <dgm:spPr/>
      <dgm:t>
        <a:bodyPr/>
        <a:lstStyle/>
        <a:p>
          <a:endParaRPr lang="en-US"/>
        </a:p>
      </dgm:t>
    </dgm:pt>
    <dgm:pt modelId="{491B3BF6-FBB8-45D4-84A2-B1AC84C9C379}" type="sibTrans" cxnId="{3D1EEE7F-CC72-4836-98F7-A303F839810D}">
      <dgm:prSet/>
      <dgm:spPr/>
      <dgm:t>
        <a:bodyPr/>
        <a:lstStyle/>
        <a:p>
          <a:endParaRPr lang="en-US"/>
        </a:p>
      </dgm:t>
    </dgm:pt>
    <dgm:pt modelId="{27078A00-F0DD-46F0-AFA2-A16989C262B7}" type="pres">
      <dgm:prSet presAssocID="{2CABF6C4-D092-4F54-830D-5597F169B734}" presName="linear" presStyleCnt="0">
        <dgm:presLayoutVars>
          <dgm:animLvl val="lvl"/>
          <dgm:resizeHandles val="exact"/>
        </dgm:presLayoutVars>
      </dgm:prSet>
      <dgm:spPr/>
    </dgm:pt>
    <dgm:pt modelId="{B7665D17-A2E7-4DC3-8AA7-528192493429}" type="pres">
      <dgm:prSet presAssocID="{D4C29C64-C0ED-4D00-8611-35B33CC4BED6}" presName="parentText" presStyleLbl="node1" presStyleIdx="0" presStyleCnt="1" custScaleY="1498511">
        <dgm:presLayoutVars>
          <dgm:chMax val="0"/>
          <dgm:bulletEnabled val="1"/>
        </dgm:presLayoutVars>
      </dgm:prSet>
      <dgm:spPr/>
    </dgm:pt>
  </dgm:ptLst>
  <dgm:cxnLst>
    <dgm:cxn modelId="{E798EB6B-C487-4A58-84A2-0033757DB50A}" type="presOf" srcId="{D4C29C64-C0ED-4D00-8611-35B33CC4BED6}" destId="{B7665D17-A2E7-4DC3-8AA7-528192493429}" srcOrd="0" destOrd="0" presId="urn:microsoft.com/office/officeart/2005/8/layout/vList2"/>
    <dgm:cxn modelId="{3D1EEE7F-CC72-4836-98F7-A303F839810D}" srcId="{2CABF6C4-D092-4F54-830D-5597F169B734}" destId="{D4C29C64-C0ED-4D00-8611-35B33CC4BED6}" srcOrd="0" destOrd="0" parTransId="{A2DEA926-2C8F-4214-A7F4-B04A06105969}" sibTransId="{491B3BF6-FBB8-45D4-84A2-B1AC84C9C379}"/>
    <dgm:cxn modelId="{F3A46DE2-752D-4C61-AD71-39F1B2C47C75}" type="presOf" srcId="{2CABF6C4-D092-4F54-830D-5597F169B734}" destId="{27078A00-F0DD-46F0-AFA2-A16989C262B7}" srcOrd="0" destOrd="0" presId="urn:microsoft.com/office/officeart/2005/8/layout/vList2"/>
    <dgm:cxn modelId="{5AB60357-5D17-4828-8038-61523FE26668}" type="presParOf" srcId="{27078A00-F0DD-46F0-AFA2-A16989C262B7}" destId="{B7665D17-A2E7-4DC3-8AA7-52819249342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FD2017-5638-406B-B2DC-66AD4C4DE26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8B882B4-E2DD-446F-916A-BDA0F6F28E26}">
      <dgm:prSet/>
      <dgm:spPr/>
      <dgm:t>
        <a:bodyPr/>
        <a:lstStyle/>
        <a:p>
          <a:pPr>
            <a:defRPr cap="all"/>
          </a:pPr>
          <a:r>
            <a:rPr lang="es-MX" dirty="0"/>
            <a:t>En el sitio  UPIICSA SARA MENDEZ GARCIA</a:t>
          </a:r>
        </a:p>
        <a:p>
          <a:pPr>
            <a:defRPr cap="all"/>
          </a:pPr>
          <a:r>
            <a:rPr lang="es-MX" b="1" i="1" dirty="0"/>
            <a:t>COMPILADORES:</a:t>
          </a:r>
        </a:p>
        <a:p>
          <a:pPr>
            <a:defRPr cap="all"/>
          </a:pPr>
          <a:r>
            <a:rPr lang="pt-BR" dirty="0">
              <a:hlinkClick xmlns:r="http://schemas.openxmlformats.org/officeDocument/2006/relationships" r:id="rId1"/>
            </a:rPr>
            <a:t>SARA MÉNDEZ GARCÍA - Compiladores (google.com)</a:t>
          </a:r>
          <a:r>
            <a:rPr lang="es-MX" b="1" i="1" dirty="0"/>
            <a:t>.</a:t>
          </a:r>
          <a:endParaRPr lang="en-US" b="1" i="1" dirty="0"/>
        </a:p>
      </dgm:t>
    </dgm:pt>
    <dgm:pt modelId="{3F831EF0-908B-4ED0-89BC-F6368FC65D97}" type="parTrans" cxnId="{F7490F69-BBC1-4837-8137-C42D5319FCE0}">
      <dgm:prSet/>
      <dgm:spPr/>
      <dgm:t>
        <a:bodyPr/>
        <a:lstStyle/>
        <a:p>
          <a:endParaRPr lang="en-US"/>
        </a:p>
      </dgm:t>
    </dgm:pt>
    <dgm:pt modelId="{3E86F2E4-B9AC-4651-AE5E-48FEADBC0432}" type="sibTrans" cxnId="{F7490F69-BBC1-4837-8137-C42D5319FCE0}">
      <dgm:prSet/>
      <dgm:spPr/>
      <dgm:t>
        <a:bodyPr/>
        <a:lstStyle/>
        <a:p>
          <a:endParaRPr lang="en-US"/>
        </a:p>
      </dgm:t>
    </dgm:pt>
    <dgm:pt modelId="{FA0A4919-45B6-4D5D-A822-CA57949B6E32}">
      <dgm:prSet/>
      <dgm:spPr/>
      <dgm:t>
        <a:bodyPr/>
        <a:lstStyle/>
        <a:p>
          <a:pPr>
            <a:defRPr cap="all"/>
          </a:pPr>
          <a:r>
            <a:rPr lang="es-MX" dirty="0"/>
            <a:t>Paso 1. Descargar el archivo LangUAGE.txt </a:t>
          </a:r>
          <a:endParaRPr lang="en-US" dirty="0"/>
        </a:p>
      </dgm:t>
    </dgm:pt>
    <dgm:pt modelId="{C40D2021-3FA6-49A0-BC31-9D489526DDB9}" type="parTrans" cxnId="{E46222A9-061C-48AA-98AB-066990472A94}">
      <dgm:prSet/>
      <dgm:spPr/>
      <dgm:t>
        <a:bodyPr/>
        <a:lstStyle/>
        <a:p>
          <a:endParaRPr lang="en-US"/>
        </a:p>
      </dgm:t>
    </dgm:pt>
    <dgm:pt modelId="{241EB099-9B16-49CB-A335-9121F6547371}" type="sibTrans" cxnId="{E46222A9-061C-48AA-98AB-066990472A94}">
      <dgm:prSet/>
      <dgm:spPr/>
      <dgm:t>
        <a:bodyPr/>
        <a:lstStyle/>
        <a:p>
          <a:endParaRPr lang="en-US"/>
        </a:p>
      </dgm:t>
    </dgm:pt>
    <dgm:pt modelId="{0DA92735-BD5E-491E-ACE0-9ADA27C24C2A}">
      <dgm:prSet/>
      <dgm:spPr/>
      <dgm:t>
        <a:bodyPr/>
        <a:lstStyle/>
        <a:p>
          <a:pPr>
            <a:defRPr cap="all"/>
          </a:pPr>
          <a:r>
            <a:rPr lang="es-MX"/>
            <a:t>Paso 2. Abrirlo con algún block de notas y lo analizo.</a:t>
          </a:r>
          <a:endParaRPr lang="en-US"/>
        </a:p>
      </dgm:t>
    </dgm:pt>
    <dgm:pt modelId="{1FE79296-5006-4B6D-8DC7-CAAA57C036AC}" type="parTrans" cxnId="{B416002D-9B16-4A02-A751-99CFF0B4B26B}">
      <dgm:prSet/>
      <dgm:spPr/>
      <dgm:t>
        <a:bodyPr/>
        <a:lstStyle/>
        <a:p>
          <a:endParaRPr lang="en-US"/>
        </a:p>
      </dgm:t>
    </dgm:pt>
    <dgm:pt modelId="{220A337D-E1E4-4AC5-9545-67C38315569E}" type="sibTrans" cxnId="{B416002D-9B16-4A02-A751-99CFF0B4B26B}">
      <dgm:prSet/>
      <dgm:spPr/>
      <dgm:t>
        <a:bodyPr/>
        <a:lstStyle/>
        <a:p>
          <a:endParaRPr lang="en-US"/>
        </a:p>
      </dgm:t>
    </dgm:pt>
    <dgm:pt modelId="{53FD3CB9-962C-479D-97EB-6A03695F0AC8}">
      <dgm:prSet/>
      <dgm:spPr/>
      <dgm:t>
        <a:bodyPr/>
        <a:lstStyle/>
        <a:p>
          <a:pPr>
            <a:defRPr cap="all"/>
          </a:pPr>
          <a:r>
            <a:rPr lang="es-MX"/>
            <a:t>Paso 3. Generar la lista de los lenguajes que se describen (más de 2000) mediante una analizador que puedo construir en cualquier lenguaje de programación.  </a:t>
          </a:r>
          <a:endParaRPr lang="en-US"/>
        </a:p>
      </dgm:t>
    </dgm:pt>
    <dgm:pt modelId="{9928F0C7-22C5-43F7-93AD-7AD3E51B8763}" type="parTrans" cxnId="{A3B1939C-8020-4FC3-944E-2BE02A14E162}">
      <dgm:prSet/>
      <dgm:spPr/>
      <dgm:t>
        <a:bodyPr/>
        <a:lstStyle/>
        <a:p>
          <a:endParaRPr lang="en-US"/>
        </a:p>
      </dgm:t>
    </dgm:pt>
    <dgm:pt modelId="{15701070-EFA9-4BD3-83E3-3C434BF10C32}" type="sibTrans" cxnId="{A3B1939C-8020-4FC3-944E-2BE02A14E162}">
      <dgm:prSet/>
      <dgm:spPr/>
      <dgm:t>
        <a:bodyPr/>
        <a:lstStyle/>
        <a:p>
          <a:endParaRPr lang="en-US"/>
        </a:p>
      </dgm:t>
    </dgm:pt>
    <dgm:pt modelId="{BDEA42B2-0088-4EC6-97F9-3C24662BABEF}">
      <dgm:prSet/>
      <dgm:spPr/>
      <dgm:t>
        <a:bodyPr/>
        <a:lstStyle/>
        <a:p>
          <a:pPr>
            <a:defRPr cap="all"/>
          </a:pPr>
          <a:r>
            <a:rPr lang="es-MX"/>
            <a:t>SE SUGIERE REALIZARLO CON AWK o con algún otro lenguaje que acepte expresiones regulares.</a:t>
          </a:r>
          <a:endParaRPr lang="en-US"/>
        </a:p>
      </dgm:t>
    </dgm:pt>
    <dgm:pt modelId="{9A0AA63E-0A66-4240-BA4B-D426895A22AD}" type="parTrans" cxnId="{B918F5ED-98D5-4E07-BC7E-B4A62BADAAD3}">
      <dgm:prSet/>
      <dgm:spPr/>
      <dgm:t>
        <a:bodyPr/>
        <a:lstStyle/>
        <a:p>
          <a:endParaRPr lang="en-US"/>
        </a:p>
      </dgm:t>
    </dgm:pt>
    <dgm:pt modelId="{8A73E254-BCC5-4668-A114-554D7A864284}" type="sibTrans" cxnId="{B918F5ED-98D5-4E07-BC7E-B4A62BADAAD3}">
      <dgm:prSet/>
      <dgm:spPr/>
      <dgm:t>
        <a:bodyPr/>
        <a:lstStyle/>
        <a:p>
          <a:endParaRPr lang="en-US"/>
        </a:p>
      </dgm:t>
    </dgm:pt>
    <dgm:pt modelId="{D9A7A2C8-B1AF-4AD7-930C-F1F2DB210F97}">
      <dgm:prSet/>
      <dgm:spPr/>
      <dgm:t>
        <a:bodyPr/>
        <a:lstStyle/>
        <a:p>
          <a:pPr>
            <a:defRPr cap="all"/>
          </a:pPr>
          <a:r>
            <a:rPr lang="es-MX"/>
            <a:t>¡ÁNIMO! Es fácil, si es posible y cualquiera lo puede lograr.</a:t>
          </a:r>
          <a:endParaRPr lang="en-US"/>
        </a:p>
      </dgm:t>
    </dgm:pt>
    <dgm:pt modelId="{CCA0F3EF-9FB5-4179-8005-DF6716B065D3}" type="parTrans" cxnId="{4C3173BC-ECF2-4733-995B-1DBEEBA71054}">
      <dgm:prSet/>
      <dgm:spPr/>
      <dgm:t>
        <a:bodyPr/>
        <a:lstStyle/>
        <a:p>
          <a:endParaRPr lang="en-US"/>
        </a:p>
      </dgm:t>
    </dgm:pt>
    <dgm:pt modelId="{53E18F64-4286-498F-848F-0EACE9352162}" type="sibTrans" cxnId="{4C3173BC-ECF2-4733-995B-1DBEEBA71054}">
      <dgm:prSet/>
      <dgm:spPr/>
      <dgm:t>
        <a:bodyPr/>
        <a:lstStyle/>
        <a:p>
          <a:endParaRPr lang="en-US"/>
        </a:p>
      </dgm:t>
    </dgm:pt>
    <dgm:pt modelId="{BC8C40B6-27B2-456C-BBAC-DC5600DBF148}" type="pres">
      <dgm:prSet presAssocID="{F9FD2017-5638-406B-B2DC-66AD4C4DE261}" presName="root" presStyleCnt="0">
        <dgm:presLayoutVars>
          <dgm:dir/>
          <dgm:resizeHandles val="exact"/>
        </dgm:presLayoutVars>
      </dgm:prSet>
      <dgm:spPr/>
    </dgm:pt>
    <dgm:pt modelId="{87CF6839-6BE1-4DAE-9A71-C68B62F9E7DA}" type="pres">
      <dgm:prSet presAssocID="{68B882B4-E2DD-446F-916A-BDA0F6F28E26}" presName="compNode" presStyleCnt="0"/>
      <dgm:spPr/>
    </dgm:pt>
    <dgm:pt modelId="{009A5CA2-A2F9-4665-80A7-664200D0B6C5}" type="pres">
      <dgm:prSet presAssocID="{68B882B4-E2DD-446F-916A-BDA0F6F28E26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B275A6B-B2A6-4C3E-9107-DE5B5E83562F}" type="pres">
      <dgm:prSet presAssocID="{68B882B4-E2DD-446F-916A-BDA0F6F28E26}" presName="iconRect" presStyleLbl="node1" presStyleIdx="0" presStyleCnt="6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mbero"/>
        </a:ext>
      </dgm:extLst>
    </dgm:pt>
    <dgm:pt modelId="{F42225C1-A354-47AD-B8A2-B54B8A847B5E}" type="pres">
      <dgm:prSet presAssocID="{68B882B4-E2DD-446F-916A-BDA0F6F28E26}" presName="spaceRect" presStyleCnt="0"/>
      <dgm:spPr/>
    </dgm:pt>
    <dgm:pt modelId="{92A2190A-5A8D-4171-8A16-39A9508C39F2}" type="pres">
      <dgm:prSet presAssocID="{68B882B4-E2DD-446F-916A-BDA0F6F28E26}" presName="textRect" presStyleLbl="revTx" presStyleIdx="0" presStyleCnt="6" custScaleX="183960" custScaleY="120468">
        <dgm:presLayoutVars>
          <dgm:chMax val="1"/>
          <dgm:chPref val="1"/>
        </dgm:presLayoutVars>
      </dgm:prSet>
      <dgm:spPr/>
    </dgm:pt>
    <dgm:pt modelId="{24AF9C8F-2BC5-45D4-BADB-D66634061C10}" type="pres">
      <dgm:prSet presAssocID="{3E86F2E4-B9AC-4651-AE5E-48FEADBC0432}" presName="sibTrans" presStyleCnt="0"/>
      <dgm:spPr/>
    </dgm:pt>
    <dgm:pt modelId="{DB3BD310-7842-4650-89D4-182B791D6A36}" type="pres">
      <dgm:prSet presAssocID="{FA0A4919-45B6-4D5D-A822-CA57949B6E32}" presName="compNode" presStyleCnt="0"/>
      <dgm:spPr/>
    </dgm:pt>
    <dgm:pt modelId="{F7B5880F-7434-40F2-9AAF-20C585E3653F}" type="pres">
      <dgm:prSet presAssocID="{FA0A4919-45B6-4D5D-A822-CA57949B6E32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975ADFA9-F0E0-4B46-A153-00ADB41E229A}" type="pres">
      <dgm:prSet presAssocID="{FA0A4919-45B6-4D5D-A822-CA57949B6E32}" presName="iconRect" presStyleLbl="node1" presStyleIdx="1" presStyleCnt="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argar"/>
        </a:ext>
      </dgm:extLst>
    </dgm:pt>
    <dgm:pt modelId="{4329F1DE-ADFD-4A9A-97CE-BF3721AFB58B}" type="pres">
      <dgm:prSet presAssocID="{FA0A4919-45B6-4D5D-A822-CA57949B6E32}" presName="spaceRect" presStyleCnt="0"/>
      <dgm:spPr/>
    </dgm:pt>
    <dgm:pt modelId="{4B4C2B85-69C9-4042-8E07-A4256C875BEB}" type="pres">
      <dgm:prSet presAssocID="{FA0A4919-45B6-4D5D-A822-CA57949B6E32}" presName="textRect" presStyleLbl="revTx" presStyleIdx="1" presStyleCnt="6">
        <dgm:presLayoutVars>
          <dgm:chMax val="1"/>
          <dgm:chPref val="1"/>
        </dgm:presLayoutVars>
      </dgm:prSet>
      <dgm:spPr/>
    </dgm:pt>
    <dgm:pt modelId="{0BBB6FB8-98A6-4C05-B70F-60B6A3DACE07}" type="pres">
      <dgm:prSet presAssocID="{241EB099-9B16-49CB-A335-9121F6547371}" presName="sibTrans" presStyleCnt="0"/>
      <dgm:spPr/>
    </dgm:pt>
    <dgm:pt modelId="{820DB16A-8132-4CC4-A442-380FCB2E955F}" type="pres">
      <dgm:prSet presAssocID="{0DA92735-BD5E-491E-ACE0-9ADA27C24C2A}" presName="compNode" presStyleCnt="0"/>
      <dgm:spPr/>
    </dgm:pt>
    <dgm:pt modelId="{E7BA2A93-724D-4FC3-AD17-22551DBB3A4D}" type="pres">
      <dgm:prSet presAssocID="{0DA92735-BD5E-491E-ACE0-9ADA27C24C2A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165D8D08-B28C-4DAA-8F30-5D5E7CE6B4FF}" type="pres">
      <dgm:prSet presAssocID="{0DA92735-BD5E-491E-ACE0-9ADA27C24C2A}" presName="iconRect" presStyleLbl="node1" presStyleIdx="2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ce Steps"/>
        </a:ext>
      </dgm:extLst>
    </dgm:pt>
    <dgm:pt modelId="{4BEB31C3-9C92-473D-8FB0-7312156DBAB6}" type="pres">
      <dgm:prSet presAssocID="{0DA92735-BD5E-491E-ACE0-9ADA27C24C2A}" presName="spaceRect" presStyleCnt="0"/>
      <dgm:spPr/>
    </dgm:pt>
    <dgm:pt modelId="{4F1459F7-4125-4AFA-8D2E-F900BBA83AF2}" type="pres">
      <dgm:prSet presAssocID="{0DA92735-BD5E-491E-ACE0-9ADA27C24C2A}" presName="textRect" presStyleLbl="revTx" presStyleIdx="2" presStyleCnt="6">
        <dgm:presLayoutVars>
          <dgm:chMax val="1"/>
          <dgm:chPref val="1"/>
        </dgm:presLayoutVars>
      </dgm:prSet>
      <dgm:spPr/>
    </dgm:pt>
    <dgm:pt modelId="{B7EE7F9B-FD27-46A0-B03C-068EC7C6C566}" type="pres">
      <dgm:prSet presAssocID="{220A337D-E1E4-4AC5-9545-67C38315569E}" presName="sibTrans" presStyleCnt="0"/>
      <dgm:spPr/>
    </dgm:pt>
    <dgm:pt modelId="{563F7B8D-84C9-4FF8-9187-66E7AE934691}" type="pres">
      <dgm:prSet presAssocID="{53FD3CB9-962C-479D-97EB-6A03695F0AC8}" presName="compNode" presStyleCnt="0"/>
      <dgm:spPr/>
    </dgm:pt>
    <dgm:pt modelId="{5B229E99-245F-4832-B0BC-8FB3884C111D}" type="pres">
      <dgm:prSet presAssocID="{53FD3CB9-962C-479D-97EB-6A03695F0AC8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5F02A32-B584-4B63-9030-AE06EB5CCBA8}" type="pres">
      <dgm:prSet presAssocID="{53FD3CB9-962C-479D-97EB-6A03695F0AC8}" presName="iconRect" presStyleLbl="node1" presStyleIdx="3" presStyleCnt="6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rtapapeles"/>
        </a:ext>
      </dgm:extLst>
    </dgm:pt>
    <dgm:pt modelId="{18FA7C19-2D2E-4C32-B58B-C350FD069E45}" type="pres">
      <dgm:prSet presAssocID="{53FD3CB9-962C-479D-97EB-6A03695F0AC8}" presName="spaceRect" presStyleCnt="0"/>
      <dgm:spPr/>
    </dgm:pt>
    <dgm:pt modelId="{EECF75C0-9B94-4760-A980-FBABF7F5B87A}" type="pres">
      <dgm:prSet presAssocID="{53FD3CB9-962C-479D-97EB-6A03695F0AC8}" presName="textRect" presStyleLbl="revTx" presStyleIdx="3" presStyleCnt="6">
        <dgm:presLayoutVars>
          <dgm:chMax val="1"/>
          <dgm:chPref val="1"/>
        </dgm:presLayoutVars>
      </dgm:prSet>
      <dgm:spPr/>
    </dgm:pt>
    <dgm:pt modelId="{8FBCB5B2-190A-42AB-9B6D-F365E5A8327E}" type="pres">
      <dgm:prSet presAssocID="{15701070-EFA9-4BD3-83E3-3C434BF10C32}" presName="sibTrans" presStyleCnt="0"/>
      <dgm:spPr/>
    </dgm:pt>
    <dgm:pt modelId="{37E8B824-0C4B-4768-B7CB-6A9244D7C2C1}" type="pres">
      <dgm:prSet presAssocID="{BDEA42B2-0088-4EC6-97F9-3C24662BABEF}" presName="compNode" presStyleCnt="0"/>
      <dgm:spPr/>
    </dgm:pt>
    <dgm:pt modelId="{5A8A33B9-B1CF-4D38-A483-3A1BB9453775}" type="pres">
      <dgm:prSet presAssocID="{BDEA42B2-0088-4EC6-97F9-3C24662BABEF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4A0D9F8C-E762-4EC9-876C-CA4571E24788}" type="pres">
      <dgm:prSet presAssocID="{BDEA42B2-0088-4EC6-97F9-3C24662BABEF}" presName="iconRect" presStyleLbl="node1" presStyleIdx="4" presStyleCnt="6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ngua"/>
        </a:ext>
      </dgm:extLst>
    </dgm:pt>
    <dgm:pt modelId="{9014EDAF-666E-4630-BC46-CDA67FE1E035}" type="pres">
      <dgm:prSet presAssocID="{BDEA42B2-0088-4EC6-97F9-3C24662BABEF}" presName="spaceRect" presStyleCnt="0"/>
      <dgm:spPr/>
    </dgm:pt>
    <dgm:pt modelId="{78C7EA50-BA92-4339-9EB5-EE41286A359C}" type="pres">
      <dgm:prSet presAssocID="{BDEA42B2-0088-4EC6-97F9-3C24662BABEF}" presName="textRect" presStyleLbl="revTx" presStyleIdx="4" presStyleCnt="6">
        <dgm:presLayoutVars>
          <dgm:chMax val="1"/>
          <dgm:chPref val="1"/>
        </dgm:presLayoutVars>
      </dgm:prSet>
      <dgm:spPr/>
    </dgm:pt>
    <dgm:pt modelId="{A7C1548E-88FA-4D07-9692-D6D91D131852}" type="pres">
      <dgm:prSet presAssocID="{8A73E254-BCC5-4668-A114-554D7A864284}" presName="sibTrans" presStyleCnt="0"/>
      <dgm:spPr/>
    </dgm:pt>
    <dgm:pt modelId="{350BCBC5-8156-46F6-8A1E-A11E57B82365}" type="pres">
      <dgm:prSet presAssocID="{D9A7A2C8-B1AF-4AD7-930C-F1F2DB210F97}" presName="compNode" presStyleCnt="0"/>
      <dgm:spPr/>
    </dgm:pt>
    <dgm:pt modelId="{D6B30121-D232-4184-B941-8AC18BF737FD}" type="pres">
      <dgm:prSet presAssocID="{D9A7A2C8-B1AF-4AD7-930C-F1F2DB210F97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ED1D5A8-223D-4E20-A0B9-2A8B0DFDC53D}" type="pres">
      <dgm:prSet presAssocID="{D9A7A2C8-B1AF-4AD7-930C-F1F2DB210F97}" presName="iconRect" presStyleLbl="node1" presStyleIdx="5" presStyleCnt="6"/>
      <dgm:spPr>
        <a:blipFill>
          <a:blip xmlns:r="http://schemas.openxmlformats.org/officeDocument/2006/relationships"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el Face with Solid Fill"/>
        </a:ext>
      </dgm:extLst>
    </dgm:pt>
    <dgm:pt modelId="{FE451241-07FE-413C-88AA-DEE06C695DA7}" type="pres">
      <dgm:prSet presAssocID="{D9A7A2C8-B1AF-4AD7-930C-F1F2DB210F97}" presName="spaceRect" presStyleCnt="0"/>
      <dgm:spPr/>
    </dgm:pt>
    <dgm:pt modelId="{F7852843-C3BC-4551-BBCD-33886C9590A9}" type="pres">
      <dgm:prSet presAssocID="{D9A7A2C8-B1AF-4AD7-930C-F1F2DB210F9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6BA72818-C543-4205-AE9F-8E83E977411E}" type="presOf" srcId="{FA0A4919-45B6-4D5D-A822-CA57949B6E32}" destId="{4B4C2B85-69C9-4042-8E07-A4256C875BEB}" srcOrd="0" destOrd="0" presId="urn:microsoft.com/office/officeart/2018/5/layout/IconLeafLabelList"/>
    <dgm:cxn modelId="{DB278B1F-98C0-4500-8735-10AF0C66D648}" type="presOf" srcId="{0DA92735-BD5E-491E-ACE0-9ADA27C24C2A}" destId="{4F1459F7-4125-4AFA-8D2E-F900BBA83AF2}" srcOrd="0" destOrd="0" presId="urn:microsoft.com/office/officeart/2018/5/layout/IconLeafLabelList"/>
    <dgm:cxn modelId="{B416002D-9B16-4A02-A751-99CFF0B4B26B}" srcId="{F9FD2017-5638-406B-B2DC-66AD4C4DE261}" destId="{0DA92735-BD5E-491E-ACE0-9ADA27C24C2A}" srcOrd="2" destOrd="0" parTransId="{1FE79296-5006-4B6D-8DC7-CAAA57C036AC}" sibTransId="{220A337D-E1E4-4AC5-9545-67C38315569E}"/>
    <dgm:cxn modelId="{6B930131-DCB5-4A0F-AF5F-15AC01A27B3B}" type="presOf" srcId="{D9A7A2C8-B1AF-4AD7-930C-F1F2DB210F97}" destId="{F7852843-C3BC-4551-BBCD-33886C9590A9}" srcOrd="0" destOrd="0" presId="urn:microsoft.com/office/officeart/2018/5/layout/IconLeafLabelList"/>
    <dgm:cxn modelId="{573CBA34-9E55-48F0-B63C-938E1F2588D3}" type="presOf" srcId="{F9FD2017-5638-406B-B2DC-66AD4C4DE261}" destId="{BC8C40B6-27B2-456C-BBAC-DC5600DBF148}" srcOrd="0" destOrd="0" presId="urn:microsoft.com/office/officeart/2018/5/layout/IconLeafLabelList"/>
    <dgm:cxn modelId="{A900B562-CAE9-4F84-AA20-6ECCEF2C42AE}" type="presOf" srcId="{53FD3CB9-962C-479D-97EB-6A03695F0AC8}" destId="{EECF75C0-9B94-4760-A980-FBABF7F5B87A}" srcOrd="0" destOrd="0" presId="urn:microsoft.com/office/officeart/2018/5/layout/IconLeafLabelList"/>
    <dgm:cxn modelId="{F7490F69-BBC1-4837-8137-C42D5319FCE0}" srcId="{F9FD2017-5638-406B-B2DC-66AD4C4DE261}" destId="{68B882B4-E2DD-446F-916A-BDA0F6F28E26}" srcOrd="0" destOrd="0" parTransId="{3F831EF0-908B-4ED0-89BC-F6368FC65D97}" sibTransId="{3E86F2E4-B9AC-4651-AE5E-48FEADBC0432}"/>
    <dgm:cxn modelId="{5159B652-821C-4103-A6D9-6607E8E2323E}" type="presOf" srcId="{68B882B4-E2DD-446F-916A-BDA0F6F28E26}" destId="{92A2190A-5A8D-4171-8A16-39A9508C39F2}" srcOrd="0" destOrd="0" presId="urn:microsoft.com/office/officeart/2018/5/layout/IconLeafLabelList"/>
    <dgm:cxn modelId="{A3B1939C-8020-4FC3-944E-2BE02A14E162}" srcId="{F9FD2017-5638-406B-B2DC-66AD4C4DE261}" destId="{53FD3CB9-962C-479D-97EB-6A03695F0AC8}" srcOrd="3" destOrd="0" parTransId="{9928F0C7-22C5-43F7-93AD-7AD3E51B8763}" sibTransId="{15701070-EFA9-4BD3-83E3-3C434BF10C32}"/>
    <dgm:cxn modelId="{E46222A9-061C-48AA-98AB-066990472A94}" srcId="{F9FD2017-5638-406B-B2DC-66AD4C4DE261}" destId="{FA0A4919-45B6-4D5D-A822-CA57949B6E32}" srcOrd="1" destOrd="0" parTransId="{C40D2021-3FA6-49A0-BC31-9D489526DDB9}" sibTransId="{241EB099-9B16-49CB-A335-9121F6547371}"/>
    <dgm:cxn modelId="{4C3173BC-ECF2-4733-995B-1DBEEBA71054}" srcId="{F9FD2017-5638-406B-B2DC-66AD4C4DE261}" destId="{D9A7A2C8-B1AF-4AD7-930C-F1F2DB210F97}" srcOrd="5" destOrd="0" parTransId="{CCA0F3EF-9FB5-4179-8005-DF6716B065D3}" sibTransId="{53E18F64-4286-498F-848F-0EACE9352162}"/>
    <dgm:cxn modelId="{BA4FACD8-30AC-4666-BACF-B421F0BEE019}" type="presOf" srcId="{BDEA42B2-0088-4EC6-97F9-3C24662BABEF}" destId="{78C7EA50-BA92-4339-9EB5-EE41286A359C}" srcOrd="0" destOrd="0" presId="urn:microsoft.com/office/officeart/2018/5/layout/IconLeafLabelList"/>
    <dgm:cxn modelId="{B918F5ED-98D5-4E07-BC7E-B4A62BADAAD3}" srcId="{F9FD2017-5638-406B-B2DC-66AD4C4DE261}" destId="{BDEA42B2-0088-4EC6-97F9-3C24662BABEF}" srcOrd="4" destOrd="0" parTransId="{9A0AA63E-0A66-4240-BA4B-D426895A22AD}" sibTransId="{8A73E254-BCC5-4668-A114-554D7A864284}"/>
    <dgm:cxn modelId="{1E1750AD-72DE-4974-8191-C5FB93013E7D}" type="presParOf" srcId="{BC8C40B6-27B2-456C-BBAC-DC5600DBF148}" destId="{87CF6839-6BE1-4DAE-9A71-C68B62F9E7DA}" srcOrd="0" destOrd="0" presId="urn:microsoft.com/office/officeart/2018/5/layout/IconLeafLabelList"/>
    <dgm:cxn modelId="{E3AE9813-6BF2-4064-A43A-9F65866E9F97}" type="presParOf" srcId="{87CF6839-6BE1-4DAE-9A71-C68B62F9E7DA}" destId="{009A5CA2-A2F9-4665-80A7-664200D0B6C5}" srcOrd="0" destOrd="0" presId="urn:microsoft.com/office/officeart/2018/5/layout/IconLeafLabelList"/>
    <dgm:cxn modelId="{13C1951F-7DEE-4225-A21E-D26C7ED31999}" type="presParOf" srcId="{87CF6839-6BE1-4DAE-9A71-C68B62F9E7DA}" destId="{0B275A6B-B2A6-4C3E-9107-DE5B5E83562F}" srcOrd="1" destOrd="0" presId="urn:microsoft.com/office/officeart/2018/5/layout/IconLeafLabelList"/>
    <dgm:cxn modelId="{87FFE382-F079-4F2A-BDCA-0762748719DC}" type="presParOf" srcId="{87CF6839-6BE1-4DAE-9A71-C68B62F9E7DA}" destId="{F42225C1-A354-47AD-B8A2-B54B8A847B5E}" srcOrd="2" destOrd="0" presId="urn:microsoft.com/office/officeart/2018/5/layout/IconLeafLabelList"/>
    <dgm:cxn modelId="{A1F6D286-3384-4379-8E6C-77F8612C207D}" type="presParOf" srcId="{87CF6839-6BE1-4DAE-9A71-C68B62F9E7DA}" destId="{92A2190A-5A8D-4171-8A16-39A9508C39F2}" srcOrd="3" destOrd="0" presId="urn:microsoft.com/office/officeart/2018/5/layout/IconLeafLabelList"/>
    <dgm:cxn modelId="{67C48267-9504-45AD-B4F8-63584BD47CA9}" type="presParOf" srcId="{BC8C40B6-27B2-456C-BBAC-DC5600DBF148}" destId="{24AF9C8F-2BC5-45D4-BADB-D66634061C10}" srcOrd="1" destOrd="0" presId="urn:microsoft.com/office/officeart/2018/5/layout/IconLeafLabelList"/>
    <dgm:cxn modelId="{41592D93-7BC7-4761-92B1-6C77B3F0918D}" type="presParOf" srcId="{BC8C40B6-27B2-456C-BBAC-DC5600DBF148}" destId="{DB3BD310-7842-4650-89D4-182B791D6A36}" srcOrd="2" destOrd="0" presId="urn:microsoft.com/office/officeart/2018/5/layout/IconLeafLabelList"/>
    <dgm:cxn modelId="{BFB77616-1151-4878-987A-2744952143B7}" type="presParOf" srcId="{DB3BD310-7842-4650-89D4-182B791D6A36}" destId="{F7B5880F-7434-40F2-9AAF-20C585E3653F}" srcOrd="0" destOrd="0" presId="urn:microsoft.com/office/officeart/2018/5/layout/IconLeafLabelList"/>
    <dgm:cxn modelId="{E9735626-EC95-4702-9401-51457DFB36F5}" type="presParOf" srcId="{DB3BD310-7842-4650-89D4-182B791D6A36}" destId="{975ADFA9-F0E0-4B46-A153-00ADB41E229A}" srcOrd="1" destOrd="0" presId="urn:microsoft.com/office/officeart/2018/5/layout/IconLeafLabelList"/>
    <dgm:cxn modelId="{8A847033-31FB-4E47-9F58-AB52C4968916}" type="presParOf" srcId="{DB3BD310-7842-4650-89D4-182B791D6A36}" destId="{4329F1DE-ADFD-4A9A-97CE-BF3721AFB58B}" srcOrd="2" destOrd="0" presId="urn:microsoft.com/office/officeart/2018/5/layout/IconLeafLabelList"/>
    <dgm:cxn modelId="{2BB6609F-A78B-41B2-B72E-D23D62DD202D}" type="presParOf" srcId="{DB3BD310-7842-4650-89D4-182B791D6A36}" destId="{4B4C2B85-69C9-4042-8E07-A4256C875BEB}" srcOrd="3" destOrd="0" presId="urn:microsoft.com/office/officeart/2018/5/layout/IconLeafLabelList"/>
    <dgm:cxn modelId="{9212E93A-F82D-4456-B93F-8B459E49A2B2}" type="presParOf" srcId="{BC8C40B6-27B2-456C-BBAC-DC5600DBF148}" destId="{0BBB6FB8-98A6-4C05-B70F-60B6A3DACE07}" srcOrd="3" destOrd="0" presId="urn:microsoft.com/office/officeart/2018/5/layout/IconLeafLabelList"/>
    <dgm:cxn modelId="{A0067FE2-55BE-46FF-A57C-985ECB91BD1E}" type="presParOf" srcId="{BC8C40B6-27B2-456C-BBAC-DC5600DBF148}" destId="{820DB16A-8132-4CC4-A442-380FCB2E955F}" srcOrd="4" destOrd="0" presId="urn:microsoft.com/office/officeart/2018/5/layout/IconLeafLabelList"/>
    <dgm:cxn modelId="{F2101B83-311A-4A2C-BCDF-D17201098185}" type="presParOf" srcId="{820DB16A-8132-4CC4-A442-380FCB2E955F}" destId="{E7BA2A93-724D-4FC3-AD17-22551DBB3A4D}" srcOrd="0" destOrd="0" presId="urn:microsoft.com/office/officeart/2018/5/layout/IconLeafLabelList"/>
    <dgm:cxn modelId="{38AC2384-E140-4671-8C0A-67F3F2D3E9BE}" type="presParOf" srcId="{820DB16A-8132-4CC4-A442-380FCB2E955F}" destId="{165D8D08-B28C-4DAA-8F30-5D5E7CE6B4FF}" srcOrd="1" destOrd="0" presId="urn:microsoft.com/office/officeart/2018/5/layout/IconLeafLabelList"/>
    <dgm:cxn modelId="{B16D35A9-CC2F-4807-9117-E3EEFBCC992E}" type="presParOf" srcId="{820DB16A-8132-4CC4-A442-380FCB2E955F}" destId="{4BEB31C3-9C92-473D-8FB0-7312156DBAB6}" srcOrd="2" destOrd="0" presId="urn:microsoft.com/office/officeart/2018/5/layout/IconLeafLabelList"/>
    <dgm:cxn modelId="{0D3A79C6-578D-493F-8D67-516ADB8C67EB}" type="presParOf" srcId="{820DB16A-8132-4CC4-A442-380FCB2E955F}" destId="{4F1459F7-4125-4AFA-8D2E-F900BBA83AF2}" srcOrd="3" destOrd="0" presId="urn:microsoft.com/office/officeart/2018/5/layout/IconLeafLabelList"/>
    <dgm:cxn modelId="{1392FB7A-5903-4E9D-AC18-B2E8E6D65FC6}" type="presParOf" srcId="{BC8C40B6-27B2-456C-BBAC-DC5600DBF148}" destId="{B7EE7F9B-FD27-46A0-B03C-068EC7C6C566}" srcOrd="5" destOrd="0" presId="urn:microsoft.com/office/officeart/2018/5/layout/IconLeafLabelList"/>
    <dgm:cxn modelId="{388EA56F-A3C5-43A2-9A46-16B1243DFC00}" type="presParOf" srcId="{BC8C40B6-27B2-456C-BBAC-DC5600DBF148}" destId="{563F7B8D-84C9-4FF8-9187-66E7AE934691}" srcOrd="6" destOrd="0" presId="urn:microsoft.com/office/officeart/2018/5/layout/IconLeafLabelList"/>
    <dgm:cxn modelId="{9E2A59F2-4820-4C06-8EB0-08DA1C82634C}" type="presParOf" srcId="{563F7B8D-84C9-4FF8-9187-66E7AE934691}" destId="{5B229E99-245F-4832-B0BC-8FB3884C111D}" srcOrd="0" destOrd="0" presId="urn:microsoft.com/office/officeart/2018/5/layout/IconLeafLabelList"/>
    <dgm:cxn modelId="{23DD4A8D-8483-43C4-86E7-B43DC3463147}" type="presParOf" srcId="{563F7B8D-84C9-4FF8-9187-66E7AE934691}" destId="{A5F02A32-B584-4B63-9030-AE06EB5CCBA8}" srcOrd="1" destOrd="0" presId="urn:microsoft.com/office/officeart/2018/5/layout/IconLeafLabelList"/>
    <dgm:cxn modelId="{DA9CF2CE-914A-469B-9CD2-E1CF3387D28D}" type="presParOf" srcId="{563F7B8D-84C9-4FF8-9187-66E7AE934691}" destId="{18FA7C19-2D2E-4C32-B58B-C350FD069E45}" srcOrd="2" destOrd="0" presId="urn:microsoft.com/office/officeart/2018/5/layout/IconLeafLabelList"/>
    <dgm:cxn modelId="{264C5927-85E9-40BB-A38C-1044DE9D9C1A}" type="presParOf" srcId="{563F7B8D-84C9-4FF8-9187-66E7AE934691}" destId="{EECF75C0-9B94-4760-A980-FBABF7F5B87A}" srcOrd="3" destOrd="0" presId="urn:microsoft.com/office/officeart/2018/5/layout/IconLeafLabelList"/>
    <dgm:cxn modelId="{03000FF0-2B9F-4A71-B51F-EB48B85B16CB}" type="presParOf" srcId="{BC8C40B6-27B2-456C-BBAC-DC5600DBF148}" destId="{8FBCB5B2-190A-42AB-9B6D-F365E5A8327E}" srcOrd="7" destOrd="0" presId="urn:microsoft.com/office/officeart/2018/5/layout/IconLeafLabelList"/>
    <dgm:cxn modelId="{4D65B61F-4ADA-444B-9224-EB1568580346}" type="presParOf" srcId="{BC8C40B6-27B2-456C-BBAC-DC5600DBF148}" destId="{37E8B824-0C4B-4768-B7CB-6A9244D7C2C1}" srcOrd="8" destOrd="0" presId="urn:microsoft.com/office/officeart/2018/5/layout/IconLeafLabelList"/>
    <dgm:cxn modelId="{D5ADA36D-27C2-423B-8605-6639FCE4D1FA}" type="presParOf" srcId="{37E8B824-0C4B-4768-B7CB-6A9244D7C2C1}" destId="{5A8A33B9-B1CF-4D38-A483-3A1BB9453775}" srcOrd="0" destOrd="0" presId="urn:microsoft.com/office/officeart/2018/5/layout/IconLeafLabelList"/>
    <dgm:cxn modelId="{DE27A09C-5D4E-4DED-A790-52A6A4603748}" type="presParOf" srcId="{37E8B824-0C4B-4768-B7CB-6A9244D7C2C1}" destId="{4A0D9F8C-E762-4EC9-876C-CA4571E24788}" srcOrd="1" destOrd="0" presId="urn:microsoft.com/office/officeart/2018/5/layout/IconLeafLabelList"/>
    <dgm:cxn modelId="{C285866A-049A-45ED-87EC-0BA0F14216F0}" type="presParOf" srcId="{37E8B824-0C4B-4768-B7CB-6A9244D7C2C1}" destId="{9014EDAF-666E-4630-BC46-CDA67FE1E035}" srcOrd="2" destOrd="0" presId="urn:microsoft.com/office/officeart/2018/5/layout/IconLeafLabelList"/>
    <dgm:cxn modelId="{1233CFF2-C6AA-4F3A-831F-608C7AA4AC84}" type="presParOf" srcId="{37E8B824-0C4B-4768-B7CB-6A9244D7C2C1}" destId="{78C7EA50-BA92-4339-9EB5-EE41286A359C}" srcOrd="3" destOrd="0" presId="urn:microsoft.com/office/officeart/2018/5/layout/IconLeafLabelList"/>
    <dgm:cxn modelId="{BF0B5C0E-3753-41C7-83D9-B06EEAC99EC5}" type="presParOf" srcId="{BC8C40B6-27B2-456C-BBAC-DC5600DBF148}" destId="{A7C1548E-88FA-4D07-9692-D6D91D131852}" srcOrd="9" destOrd="0" presId="urn:microsoft.com/office/officeart/2018/5/layout/IconLeafLabelList"/>
    <dgm:cxn modelId="{2B72AD73-580B-46CB-AB95-62EED048E7A6}" type="presParOf" srcId="{BC8C40B6-27B2-456C-BBAC-DC5600DBF148}" destId="{350BCBC5-8156-46F6-8A1E-A11E57B82365}" srcOrd="10" destOrd="0" presId="urn:microsoft.com/office/officeart/2018/5/layout/IconLeafLabelList"/>
    <dgm:cxn modelId="{7C56B1CB-E280-4DFF-9662-A00BC319BDA6}" type="presParOf" srcId="{350BCBC5-8156-46F6-8A1E-A11E57B82365}" destId="{D6B30121-D232-4184-B941-8AC18BF737FD}" srcOrd="0" destOrd="0" presId="urn:microsoft.com/office/officeart/2018/5/layout/IconLeafLabelList"/>
    <dgm:cxn modelId="{3C9C040A-94C5-41A6-B87E-3FD13C7BAE40}" type="presParOf" srcId="{350BCBC5-8156-46F6-8A1E-A11E57B82365}" destId="{8ED1D5A8-223D-4E20-A0B9-2A8B0DFDC53D}" srcOrd="1" destOrd="0" presId="urn:microsoft.com/office/officeart/2018/5/layout/IconLeafLabelList"/>
    <dgm:cxn modelId="{155EF79B-9CB0-4111-9D22-8541D21280F6}" type="presParOf" srcId="{350BCBC5-8156-46F6-8A1E-A11E57B82365}" destId="{FE451241-07FE-413C-88AA-DEE06C695DA7}" srcOrd="2" destOrd="0" presId="urn:microsoft.com/office/officeart/2018/5/layout/IconLeafLabelList"/>
    <dgm:cxn modelId="{EFE62C0A-FA75-4E4F-9517-3094B031F2B2}" type="presParOf" srcId="{350BCBC5-8156-46F6-8A1E-A11E57B82365}" destId="{F7852843-C3BC-4551-BBCD-33886C9590A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65D17-A2E7-4DC3-8AA7-528192493429}">
      <dsp:nvSpPr>
        <dsp:cNvPr id="0" name=""/>
        <dsp:cNvSpPr/>
      </dsp:nvSpPr>
      <dsp:spPr>
        <a:xfrm>
          <a:off x="0" y="3164"/>
          <a:ext cx="4697730" cy="647439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/>
            <a:t>Elaborar con código breve o con el lenguaje de su elección la lista de más de 2000 lenguajes que están contenidos en el archivo language.txt (incluye más de 10 000 registros o renglones). DISPONIBLE EN: </a:t>
          </a:r>
          <a:r>
            <a:rPr lang="pt-BR" sz="3200" kern="1200" dirty="0">
              <a:hlinkClick xmlns:r="http://schemas.openxmlformats.org/officeDocument/2006/relationships" r:id="rId1"/>
            </a:rPr>
            <a:t>SARA MÉNDEZ GARCÍA - Compiladores (google.com)</a:t>
          </a:r>
          <a:endParaRPr lang="en-US" sz="1400" kern="1200" dirty="0"/>
        </a:p>
      </dsp:txBody>
      <dsp:txXfrm>
        <a:off x="229324" y="232488"/>
        <a:ext cx="4239082" cy="60157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A5CA2-A2F9-4665-80A7-664200D0B6C5}">
      <dsp:nvSpPr>
        <dsp:cNvPr id="0" name=""/>
        <dsp:cNvSpPr/>
      </dsp:nvSpPr>
      <dsp:spPr>
        <a:xfrm>
          <a:off x="1054099" y="5979"/>
          <a:ext cx="852451" cy="84441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75A6B-B2A6-4C3E-9107-DE5B5E83562F}">
      <dsp:nvSpPr>
        <dsp:cNvPr id="0" name=""/>
        <dsp:cNvSpPr/>
      </dsp:nvSpPr>
      <dsp:spPr>
        <a:xfrm>
          <a:off x="1235769" y="185936"/>
          <a:ext cx="489111" cy="4844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2190A-5A8D-4171-8A16-39A9508C39F2}">
      <dsp:nvSpPr>
        <dsp:cNvPr id="0" name=""/>
        <dsp:cNvSpPr/>
      </dsp:nvSpPr>
      <dsp:spPr>
        <a:xfrm>
          <a:off x="194940" y="1026515"/>
          <a:ext cx="2570769" cy="1022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100" kern="1200" dirty="0"/>
            <a:t>En el sitio  UPIICSA SARA MENDEZ GARCIA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100" b="1" i="1" kern="1200" dirty="0"/>
            <a:t>COMPILADORES: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 dirty="0">
              <a:hlinkClick xmlns:r="http://schemas.openxmlformats.org/officeDocument/2006/relationships" r:id="rId3"/>
            </a:rPr>
            <a:t>SARA MÉNDEZ GARCÍA - Compiladores (google.com)</a:t>
          </a:r>
          <a:r>
            <a:rPr lang="es-MX" sz="1100" b="1" i="1" kern="1200" dirty="0"/>
            <a:t>.</a:t>
          </a:r>
          <a:endParaRPr lang="en-US" sz="1100" b="1" i="1" kern="1200" dirty="0"/>
        </a:p>
      </dsp:txBody>
      <dsp:txXfrm>
        <a:off x="194940" y="1026515"/>
        <a:ext cx="2570769" cy="1022797"/>
      </dsp:txXfrm>
    </dsp:sp>
    <dsp:sp modelId="{F7B5880F-7434-40F2-9AAF-20C585E3653F}">
      <dsp:nvSpPr>
        <dsp:cNvPr id="0" name=""/>
        <dsp:cNvSpPr/>
      </dsp:nvSpPr>
      <dsp:spPr>
        <a:xfrm>
          <a:off x="3282770" y="49423"/>
          <a:ext cx="852451" cy="8478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ADFA9-F0E0-4B46-A153-00ADB41E229A}">
      <dsp:nvSpPr>
        <dsp:cNvPr id="0" name=""/>
        <dsp:cNvSpPr/>
      </dsp:nvSpPr>
      <dsp:spPr>
        <a:xfrm>
          <a:off x="3464440" y="230120"/>
          <a:ext cx="489111" cy="486489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C2B85-69C9-4042-8E07-A4256C875BEB}">
      <dsp:nvSpPr>
        <dsp:cNvPr id="0" name=""/>
        <dsp:cNvSpPr/>
      </dsp:nvSpPr>
      <dsp:spPr>
        <a:xfrm>
          <a:off x="3010265" y="1161400"/>
          <a:ext cx="1397460" cy="844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100" kern="1200" dirty="0"/>
            <a:t>Paso 1. Descargar el archivo LangUAGE.txt </a:t>
          </a:r>
          <a:endParaRPr lang="en-US" sz="1100" kern="1200" dirty="0"/>
        </a:p>
      </dsp:txBody>
      <dsp:txXfrm>
        <a:off x="3010265" y="1161400"/>
        <a:ext cx="1397460" cy="844469"/>
      </dsp:txXfrm>
    </dsp:sp>
    <dsp:sp modelId="{E7BA2A93-724D-4FC3-AD17-22551DBB3A4D}">
      <dsp:nvSpPr>
        <dsp:cNvPr id="0" name=""/>
        <dsp:cNvSpPr/>
      </dsp:nvSpPr>
      <dsp:spPr>
        <a:xfrm>
          <a:off x="4924786" y="49423"/>
          <a:ext cx="852451" cy="84984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5D8D08-B28C-4DAA-8F30-5D5E7CE6B4FF}">
      <dsp:nvSpPr>
        <dsp:cNvPr id="0" name=""/>
        <dsp:cNvSpPr/>
      </dsp:nvSpPr>
      <dsp:spPr>
        <a:xfrm>
          <a:off x="5106456" y="230539"/>
          <a:ext cx="489111" cy="487617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459F7-4125-4AFA-8D2E-F900BBA83AF2}">
      <dsp:nvSpPr>
        <dsp:cNvPr id="0" name=""/>
        <dsp:cNvSpPr/>
      </dsp:nvSpPr>
      <dsp:spPr>
        <a:xfrm>
          <a:off x="4652281" y="1163978"/>
          <a:ext cx="1397460" cy="841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100" kern="1200"/>
            <a:t>Paso 2. Abrirlo con algún block de notas y lo analizo.</a:t>
          </a:r>
          <a:endParaRPr lang="en-US" sz="1100" kern="1200"/>
        </a:p>
      </dsp:txBody>
      <dsp:txXfrm>
        <a:off x="4652281" y="1163978"/>
        <a:ext cx="1397460" cy="841890"/>
      </dsp:txXfrm>
    </dsp:sp>
    <dsp:sp modelId="{5B229E99-245F-4832-B0BC-8FB3884C111D}">
      <dsp:nvSpPr>
        <dsp:cNvPr id="0" name=""/>
        <dsp:cNvSpPr/>
      </dsp:nvSpPr>
      <dsp:spPr>
        <a:xfrm>
          <a:off x="6566803" y="68574"/>
          <a:ext cx="852451" cy="820643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F02A32-B584-4B63-9030-AE06EB5CCBA8}">
      <dsp:nvSpPr>
        <dsp:cNvPr id="0" name=""/>
        <dsp:cNvSpPr/>
      </dsp:nvSpPr>
      <dsp:spPr>
        <a:xfrm>
          <a:off x="6748473" y="243465"/>
          <a:ext cx="489111" cy="470860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F75C0-9B94-4760-A980-FBABF7F5B87A}">
      <dsp:nvSpPr>
        <dsp:cNvPr id="0" name=""/>
        <dsp:cNvSpPr/>
      </dsp:nvSpPr>
      <dsp:spPr>
        <a:xfrm>
          <a:off x="6294298" y="1144828"/>
          <a:ext cx="1397460" cy="841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100" kern="1200"/>
            <a:t>Paso 3. Generar la lista de los lenguajes que se describen (más de 2000) mediante una analizador que puedo construir en cualquier lenguaje de programación.  </a:t>
          </a:r>
          <a:endParaRPr lang="en-US" sz="1100" kern="1200"/>
        </a:p>
      </dsp:txBody>
      <dsp:txXfrm>
        <a:off x="6294298" y="1144828"/>
        <a:ext cx="1397460" cy="841890"/>
      </dsp:txXfrm>
    </dsp:sp>
    <dsp:sp modelId="{5A8A33B9-B1CF-4D38-A483-3A1BB9453775}">
      <dsp:nvSpPr>
        <dsp:cNvPr id="0" name=""/>
        <dsp:cNvSpPr/>
      </dsp:nvSpPr>
      <dsp:spPr>
        <a:xfrm>
          <a:off x="2696116" y="2403758"/>
          <a:ext cx="852451" cy="834654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D9F8C-E762-4EC9-876C-CA4571E24788}">
      <dsp:nvSpPr>
        <dsp:cNvPr id="0" name=""/>
        <dsp:cNvSpPr/>
      </dsp:nvSpPr>
      <dsp:spPr>
        <a:xfrm>
          <a:off x="2877786" y="2581636"/>
          <a:ext cx="489111" cy="478900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C7EA50-BA92-4339-9EB5-EE41286A359C}">
      <dsp:nvSpPr>
        <dsp:cNvPr id="0" name=""/>
        <dsp:cNvSpPr/>
      </dsp:nvSpPr>
      <dsp:spPr>
        <a:xfrm>
          <a:off x="2423611" y="3498387"/>
          <a:ext cx="1397460" cy="841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100" kern="1200"/>
            <a:t>SE SUGIERE REALIZARLO CON AWK o con algún otro lenguaje que acepte expresiones regulares.</a:t>
          </a:r>
          <a:endParaRPr lang="en-US" sz="1100" kern="1200"/>
        </a:p>
      </dsp:txBody>
      <dsp:txXfrm>
        <a:off x="2423611" y="3498387"/>
        <a:ext cx="1397460" cy="841890"/>
      </dsp:txXfrm>
    </dsp:sp>
    <dsp:sp modelId="{D6B30121-D232-4184-B941-8AC18BF737FD}">
      <dsp:nvSpPr>
        <dsp:cNvPr id="0" name=""/>
        <dsp:cNvSpPr/>
      </dsp:nvSpPr>
      <dsp:spPr>
        <a:xfrm>
          <a:off x="4338132" y="2398678"/>
          <a:ext cx="852451" cy="84240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D1D5A8-223D-4E20-A0B9-2A8B0DFDC53D}">
      <dsp:nvSpPr>
        <dsp:cNvPr id="0" name=""/>
        <dsp:cNvSpPr/>
      </dsp:nvSpPr>
      <dsp:spPr>
        <a:xfrm>
          <a:off x="4519802" y="2578207"/>
          <a:ext cx="489111" cy="483345"/>
        </a:xfrm>
        <a:prstGeom prst="rect">
          <a:avLst/>
        </a:prstGeom>
        <a:blipFill>
          <a:blip xmlns:r="http://schemas.openxmlformats.org/officeDocument/2006/relationships"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852843-C3BC-4551-BBCD-33886C9590A9}">
      <dsp:nvSpPr>
        <dsp:cNvPr id="0" name=""/>
        <dsp:cNvSpPr/>
      </dsp:nvSpPr>
      <dsp:spPr>
        <a:xfrm>
          <a:off x="4065627" y="3503467"/>
          <a:ext cx="1397460" cy="841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100" kern="1200"/>
            <a:t>¡ÁNIMO! Es fácil, si es posible y cualquiera lo puede lograr.</a:t>
          </a:r>
          <a:endParaRPr lang="en-US" sz="1100" kern="1200"/>
        </a:p>
      </dsp:txBody>
      <dsp:txXfrm>
        <a:off x="4065627" y="3503467"/>
        <a:ext cx="1397460" cy="841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64A24-A0BC-4C05-B1FD-CE120408348A}" type="datetimeFigureOut">
              <a:rPr lang="es-MX" smtClean="0"/>
              <a:t>04/02/2026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7001-02A2-464C-85D0-BDAF17FC9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377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64A24-A0BC-4C05-B1FD-CE120408348A}" type="datetimeFigureOut">
              <a:rPr lang="es-MX" smtClean="0"/>
              <a:t>04/02/2026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7001-02A2-464C-85D0-BDAF17FC9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035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64A24-A0BC-4C05-B1FD-CE120408348A}" type="datetimeFigureOut">
              <a:rPr lang="es-MX" smtClean="0"/>
              <a:t>04/02/2026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7001-02A2-464C-85D0-BDAF17FC9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0359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64A24-A0BC-4C05-B1FD-CE120408348A}" type="datetimeFigureOut">
              <a:rPr lang="es-MX" smtClean="0"/>
              <a:t>04/02/2026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7001-02A2-464C-85D0-BDAF17FC9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202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64A24-A0BC-4C05-B1FD-CE120408348A}" type="datetimeFigureOut">
              <a:rPr lang="es-MX" smtClean="0"/>
              <a:t>04/02/2026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7001-02A2-464C-85D0-BDAF17FC9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230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64A24-A0BC-4C05-B1FD-CE120408348A}" type="datetimeFigureOut">
              <a:rPr lang="es-MX" smtClean="0"/>
              <a:t>04/02/2026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7001-02A2-464C-85D0-BDAF17FC9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556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64A24-A0BC-4C05-B1FD-CE120408348A}" type="datetimeFigureOut">
              <a:rPr lang="es-MX" smtClean="0"/>
              <a:t>04/02/2026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7001-02A2-464C-85D0-BDAF17FC9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618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64A24-A0BC-4C05-B1FD-CE120408348A}" type="datetimeFigureOut">
              <a:rPr lang="es-MX" smtClean="0"/>
              <a:t>04/02/2026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7001-02A2-464C-85D0-BDAF17FC9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2645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64A24-A0BC-4C05-B1FD-CE120408348A}" type="datetimeFigureOut">
              <a:rPr lang="es-MX" smtClean="0"/>
              <a:t>04/02/2026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7001-02A2-464C-85D0-BDAF17FC9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261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64A24-A0BC-4C05-B1FD-CE120408348A}" type="datetimeFigureOut">
              <a:rPr lang="es-MX" smtClean="0"/>
              <a:t>04/02/2026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7001-02A2-464C-85D0-BDAF17FC9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538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64A24-A0BC-4C05-B1FD-CE120408348A}" type="datetimeFigureOut">
              <a:rPr lang="es-MX" smtClean="0"/>
              <a:t>04/02/2026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7001-02A2-464C-85D0-BDAF17FC9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645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64A24-A0BC-4C05-B1FD-CE120408348A}" type="datetimeFigureOut">
              <a:rPr lang="es-MX" smtClean="0"/>
              <a:t>04/02/2026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17001-02A2-464C-85D0-BDAF17FC9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5389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199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s-MX" sz="2900" dirty="0">
                <a:solidFill>
                  <a:schemeClr val="bg1"/>
                </a:solidFill>
              </a:rPr>
              <a:t>RETO DE PROGRAMACIÓN</a:t>
            </a:r>
            <a:br>
              <a:rPr lang="es-MX" sz="2900" dirty="0">
                <a:solidFill>
                  <a:schemeClr val="bg1"/>
                </a:solidFill>
              </a:rPr>
            </a:br>
            <a:r>
              <a:rPr lang="es-MX" sz="2900" dirty="0">
                <a:solidFill>
                  <a:schemeClr val="bg1"/>
                </a:solidFill>
              </a:rPr>
              <a:t>SOLO se aceptan los primeros a  entregar: Desde el 9 de febrero del 2026 al cierre del primer periodo.</a:t>
            </a:r>
          </a:p>
        </p:txBody>
      </p:sp>
      <p:graphicFrame>
        <p:nvGraphicFramePr>
          <p:cNvPr id="5" name="2 Marcador de contenido">
            <a:extLst>
              <a:ext uri="{FF2B5EF4-FFF2-40B4-BE49-F238E27FC236}">
                <a16:creationId xmlns:a16="http://schemas.microsoft.com/office/drawing/2014/main" id="{6B89F269-D46C-0809-E037-C3786C8807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1900452"/>
              </p:ext>
            </p:extLst>
          </p:nvPr>
        </p:nvGraphicFramePr>
        <p:xfrm>
          <a:off x="4052715" y="188640"/>
          <a:ext cx="4697730" cy="6480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3783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63" y="692696"/>
            <a:ext cx="7037337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7756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30BD3-7932-A082-9AA4-10CA45C55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563072" cy="1325562"/>
          </a:xfrm>
        </p:spPr>
        <p:txBody>
          <a:bodyPr>
            <a:normAutofit fontScale="90000"/>
          </a:bodyPr>
          <a:lstStyle/>
          <a:p>
            <a:r>
              <a:rPr lang="es-MX" dirty="0"/>
              <a:t>Se solicita el </a:t>
            </a:r>
            <a:r>
              <a:rPr lang="es-MX" dirty="0" err="1"/>
              <a:t>display</a:t>
            </a:r>
            <a:r>
              <a:rPr lang="es-MX" dirty="0"/>
              <a:t> de pantalla de los primeros lenguajes y los últimos</a:t>
            </a:r>
          </a:p>
        </p:txBody>
      </p:sp>
      <p:pic>
        <p:nvPicPr>
          <p:cNvPr id="4" name="Picture 10" descr="Text&#10;&#10;Description automatically generated">
            <a:extLst>
              <a:ext uri="{FF2B5EF4-FFF2-40B4-BE49-F238E27FC236}">
                <a16:creationId xmlns:a16="http://schemas.microsoft.com/office/drawing/2014/main" id="{22AC353F-8C76-655A-4B04-BC9289AE1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921615"/>
            <a:ext cx="3178695" cy="4666530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DDC40CE4-9A0F-5E4B-1A8C-71A5010476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2915" t="11806" r="72915" b="-11806"/>
          <a:stretch/>
        </p:blipFill>
        <p:spPr>
          <a:xfrm>
            <a:off x="3315017" y="-700405"/>
            <a:ext cx="5371782" cy="825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555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82600" y="321734"/>
            <a:ext cx="8178799" cy="1135737"/>
          </a:xfrm>
        </p:spPr>
        <p:txBody>
          <a:bodyPr>
            <a:normAutofit/>
          </a:bodyPr>
          <a:lstStyle/>
          <a:p>
            <a:r>
              <a:rPr lang="es-MX" sz="3100"/>
              <a:t>RETO DE PROGRAMACIÓN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08801" y="2200695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00197" y="1502156"/>
            <a:ext cx="2532832" cy="954774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628518" y="5230015"/>
            <a:ext cx="2017580" cy="760545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60240" y="5789405"/>
            <a:ext cx="485578" cy="36418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2 Marcador de contenido">
            <a:extLst>
              <a:ext uri="{FF2B5EF4-FFF2-40B4-BE49-F238E27FC236}">
                <a16:creationId xmlns:a16="http://schemas.microsoft.com/office/drawing/2014/main" id="{30411D8A-DC33-5EC1-1104-0138F72B5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000127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0001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MX" sz="3500" dirty="0"/>
              <a:t>¿Qué entregan como resultado del RETO DE PROGRAMACIÓN?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MX" sz="2100"/>
              <a:t>Se entrega:</a:t>
            </a:r>
          </a:p>
          <a:p>
            <a:pPr marL="514350" indent="-514350">
              <a:lnSpc>
                <a:spcPct val="90000"/>
              </a:lnSpc>
              <a:buAutoNum type="arabicParenR"/>
            </a:pPr>
            <a:r>
              <a:rPr lang="es-MX" sz="2100"/>
              <a:t>Código fuente documentado</a:t>
            </a:r>
          </a:p>
          <a:p>
            <a:pPr marL="514350" indent="-514350">
              <a:lnSpc>
                <a:spcPct val="90000"/>
              </a:lnSpc>
              <a:buAutoNum type="arabicParenR"/>
            </a:pPr>
            <a:r>
              <a:rPr lang="es-MX" sz="2100"/>
              <a:t>Hacer el diagrama de autómata de la expresión regular que construyeron para realizar la mejor prueba (la que más se aproxime al numero de lenguajes).</a:t>
            </a:r>
          </a:p>
          <a:p>
            <a:pPr marL="514350" indent="-514350">
              <a:lnSpc>
                <a:spcPct val="90000"/>
              </a:lnSpc>
              <a:buAutoNum type="arabicParenR"/>
            </a:pPr>
            <a:r>
              <a:rPr lang="es-MX" sz="2100"/>
              <a:t>La definición formal del diagrama de autómata correspondiente al punto anterior (2).</a:t>
            </a:r>
          </a:p>
        </p:txBody>
      </p:sp>
    </p:spTree>
    <p:extLst>
      <p:ext uri="{BB962C8B-B14F-4D97-AF65-F5344CB8AC3E}">
        <p14:creationId xmlns:p14="http://schemas.microsoft.com/office/powerpoint/2010/main" val="40765667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3924</TotalTime>
  <Words>249</Words>
  <Application>Microsoft Office PowerPoint</Application>
  <PresentationFormat>Presentación en pantalla (4:3)</PresentationFormat>
  <Paragraphs>17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Tema de Office</vt:lpstr>
      <vt:lpstr>RETO DE PROGRAMACIÓN SOLO se aceptan los primeros a  entregar: Desde el 9 de febrero del 2026 al cierre del primer periodo.</vt:lpstr>
      <vt:lpstr>Presentación de PowerPoint</vt:lpstr>
      <vt:lpstr>Se solicita el display de pantalla de los primeros lenguajes y los últimos</vt:lpstr>
      <vt:lpstr>RETO DE PROGRAMACIÓN</vt:lpstr>
      <vt:lpstr>¿Qué entregan como resultado del RETO DE PROGRAMACIÓN?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sariux</dc:creator>
  <cp:lastModifiedBy>Sara Mendez Garcia</cp:lastModifiedBy>
  <cp:revision>14</cp:revision>
  <dcterms:created xsi:type="dcterms:W3CDTF">2020-09-30T01:12:44Z</dcterms:created>
  <dcterms:modified xsi:type="dcterms:W3CDTF">2026-02-05T00:56:43Z</dcterms:modified>
</cp:coreProperties>
</file>