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8" r:id="rId3"/>
    <p:sldId id="259" r:id="rId4"/>
    <p:sldId id="260" r:id="rId5"/>
    <p:sldId id="261" r:id="rId6"/>
    <p:sldId id="262" r:id="rId7"/>
    <p:sldId id="263" r:id="rId8"/>
    <p:sldId id="265" r:id="rId9"/>
    <p:sldId id="264" r:id="rId10"/>
    <p:sldId id="266" r:id="rId11"/>
    <p:sldId id="267" r:id="rId12"/>
    <p:sldId id="268" r:id="rId13"/>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7" autoAdjust="0"/>
    <p:restoredTop sz="94660"/>
  </p:normalViewPr>
  <p:slideViewPr>
    <p:cSldViewPr>
      <p:cViewPr>
        <p:scale>
          <a:sx n="50" d="100"/>
          <a:sy n="50" d="100"/>
        </p:scale>
        <p:origin x="-1110" y="2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1"/>
      </p:bgRef>
    </p:bg>
    <p:spTree>
      <p:nvGrpSpPr>
        <p:cNvPr id="1" name=""/>
        <p:cNvGrpSpPr/>
        <p:nvPr/>
      </p:nvGrpSpPr>
      <p:grpSpPr>
        <a:xfrm>
          <a:off x="0" y="0"/>
          <a:ext cx="0" cy="0"/>
          <a:chOff x="0" y="0"/>
          <a:chExt cx="0" cy="0"/>
        </a:xfrm>
      </p:grpSpPr>
      <p:sp>
        <p:nvSpPr>
          <p:cNvPr id="8" name="7 Título"/>
          <p:cNvSpPr>
            <a:spLocks noGrp="1"/>
          </p:cNvSpPr>
          <p:nvPr>
            <p:ph type="ctrTitle"/>
          </p:nvPr>
        </p:nvSpPr>
        <p:spPr>
          <a:xfrm>
            <a:off x="2286000" y="3124200"/>
            <a:ext cx="6172200" cy="1894362"/>
          </a:xfrm>
        </p:spPr>
        <p:txBody>
          <a:bodyPr/>
          <a:lstStyle>
            <a:lvl1pPr>
              <a:defRPr b="1"/>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bwMode="auto">
          <a:xfrm rot="5400000">
            <a:off x="7764621" y="1174097"/>
            <a:ext cx="2286000" cy="381000"/>
          </a:xfrm>
        </p:spPr>
        <p:txBody>
          <a:bodyPr/>
          <a:lstStyle/>
          <a:p>
            <a:fld id="{074176B6-C630-4366-A2E2-6BBD24AE415A}" type="datetimeFigureOut">
              <a:rPr lang="es-MX" smtClean="0"/>
              <a:t>09/12/2016</a:t>
            </a:fld>
            <a:endParaRPr lang="es-MX"/>
          </a:p>
        </p:txBody>
      </p:sp>
      <p:sp>
        <p:nvSpPr>
          <p:cNvPr id="17" name="16 Marcador de pie de página"/>
          <p:cNvSpPr>
            <a:spLocks noGrp="1"/>
          </p:cNvSpPr>
          <p:nvPr>
            <p:ph type="ftr" sz="quarter" idx="11"/>
          </p:nvPr>
        </p:nvSpPr>
        <p:spPr bwMode="auto">
          <a:xfrm rot="5400000">
            <a:off x="7077269" y="4181669"/>
            <a:ext cx="3657600" cy="384048"/>
          </a:xfrm>
        </p:spPr>
        <p:txBody>
          <a:bodyPr/>
          <a:lstStyle/>
          <a:p>
            <a:endParaRPr lang="es-MX"/>
          </a:p>
        </p:txBody>
      </p:sp>
      <p:sp>
        <p:nvSpPr>
          <p:cNvPr id="10" name="9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19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21 Conector recto"/>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26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23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Elipse"/>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24 Elipse"/>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28 Marcador de número de diapositiva"/>
          <p:cNvSpPr>
            <a:spLocks noGrp="1"/>
          </p:cNvSpPr>
          <p:nvPr>
            <p:ph type="sldNum" sz="quarter" idx="12"/>
          </p:nvPr>
        </p:nvSpPr>
        <p:spPr bwMode="auto">
          <a:xfrm>
            <a:off x="1325544" y="4928702"/>
            <a:ext cx="609600" cy="517524"/>
          </a:xfrm>
        </p:spPr>
        <p:txBody>
          <a:bodyPr/>
          <a:lstStyle/>
          <a:p>
            <a:fld id="{7F530401-7E0C-4A77-8615-F71D652E049D}" type="slidenum">
              <a:rPr lang="es-MX" smtClean="0"/>
              <a:t>‹Nº›</a:t>
            </a:fld>
            <a:endParaRPr lang="es-MX"/>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8" name="7 Marcador de contenido"/>
          <p:cNvSpPr>
            <a:spLocks noGrp="1"/>
          </p:cNvSpPr>
          <p:nvPr>
            <p:ph sz="quarter" idx="1"/>
          </p:nvPr>
        </p:nvSpPr>
        <p:spPr>
          <a:xfrm>
            <a:off x="457200" y="1600200"/>
            <a:ext cx="7467600" cy="4873752"/>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4"/>
          </p:nvPr>
        </p:nvSpPr>
        <p:spPr/>
        <p:txBody>
          <a:bodyPr rtlCol="0"/>
          <a:lstStyle/>
          <a:p>
            <a:fld id="{074176B6-C630-4366-A2E2-6BBD24AE415A}" type="datetimeFigureOut">
              <a:rPr lang="es-MX" smtClean="0"/>
              <a:t>09/12/2016</a:t>
            </a:fld>
            <a:endParaRPr lang="es-MX"/>
          </a:p>
        </p:txBody>
      </p:sp>
      <p:sp>
        <p:nvSpPr>
          <p:cNvPr id="9" name="8 Marcador de número de diapositiva"/>
          <p:cNvSpPr>
            <a:spLocks noGrp="1"/>
          </p:cNvSpPr>
          <p:nvPr>
            <p:ph type="sldNum" sz="quarter" idx="15"/>
          </p:nvPr>
        </p:nvSpPr>
        <p:spPr/>
        <p:txBody>
          <a:bodyPr rtlCol="0"/>
          <a:lstStyle/>
          <a:p>
            <a:fld id="{7F530401-7E0C-4A77-8615-F71D652E049D}" type="slidenum">
              <a:rPr lang="es-MX" smtClean="0"/>
              <a:t>‹Nº›</a:t>
            </a:fld>
            <a:endParaRPr lang="es-MX"/>
          </a:p>
        </p:txBody>
      </p:sp>
      <p:sp>
        <p:nvSpPr>
          <p:cNvPr id="10" name="9 Marcador de pie de página"/>
          <p:cNvSpPr>
            <a:spLocks noGrp="1"/>
          </p:cNvSpPr>
          <p:nvPr>
            <p:ph type="ftr" sz="quarter" idx="16"/>
          </p:nvPr>
        </p:nvSpPr>
        <p:spPr/>
        <p:txBody>
          <a:bodyPr rtlCol="0"/>
          <a:lstStyle/>
          <a:p>
            <a:endParaRPr lang="es-MX"/>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286000" y="2895600"/>
            <a:ext cx="6172200" cy="2053590"/>
          </a:xfrm>
        </p:spPr>
        <p:txBody>
          <a:bodyPr/>
          <a:lstStyle>
            <a:lvl1pPr algn="l">
              <a:buNone/>
              <a:defRPr sz="3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bwMode="auto">
          <a:xfrm rot="5400000">
            <a:off x="7763256" y="1170432"/>
            <a:ext cx="2286000" cy="381000"/>
          </a:xfrm>
        </p:spPr>
        <p:txBody>
          <a:bodyPr/>
          <a:lstStyle/>
          <a:p>
            <a:fld id="{074176B6-C630-4366-A2E2-6BBD24AE415A}" type="datetimeFigureOut">
              <a:rPr lang="es-MX" smtClean="0"/>
              <a:t>09/12/2016</a:t>
            </a:fld>
            <a:endParaRPr lang="es-MX"/>
          </a:p>
        </p:txBody>
      </p:sp>
      <p:sp>
        <p:nvSpPr>
          <p:cNvPr id="5" name="4 Marcador de pie de página"/>
          <p:cNvSpPr>
            <a:spLocks noGrp="1"/>
          </p:cNvSpPr>
          <p:nvPr>
            <p:ph type="ftr" sz="quarter" idx="11"/>
          </p:nvPr>
        </p:nvSpPr>
        <p:spPr bwMode="auto">
          <a:xfrm rot="5400000">
            <a:off x="7077456" y="4178808"/>
            <a:ext cx="3657600" cy="384048"/>
          </a:xfrm>
        </p:spPr>
        <p:txBody>
          <a:bodyPr/>
          <a:lstStyle/>
          <a:p>
            <a:endParaRPr lang="es-MX"/>
          </a:p>
        </p:txBody>
      </p:sp>
      <p:sp>
        <p:nvSpPr>
          <p:cNvPr id="9" name="8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16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18 Elipse"/>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19 Elipse"/>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Elipse"/>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Conector recto"/>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5 Marcador de número de diapositiva"/>
          <p:cNvSpPr>
            <a:spLocks noGrp="1"/>
          </p:cNvSpPr>
          <p:nvPr>
            <p:ph type="sldNum" sz="quarter" idx="12"/>
          </p:nvPr>
        </p:nvSpPr>
        <p:spPr bwMode="auto">
          <a:xfrm>
            <a:off x="1340616" y="4928702"/>
            <a:ext cx="609600" cy="517524"/>
          </a:xfrm>
        </p:spPr>
        <p:txBody>
          <a:bodyPr/>
          <a:lstStyle/>
          <a:p>
            <a:fld id="{7F530401-7E0C-4A77-8615-F71D652E049D}" type="slidenum">
              <a:rPr lang="es-MX" smtClean="0"/>
              <a:t>‹Nº›</a:t>
            </a:fld>
            <a:endParaRPr lang="es-MX"/>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074176B6-C630-4366-A2E2-6BBD24AE415A}" type="datetimeFigureOut">
              <a:rPr lang="es-MX" smtClean="0"/>
              <a:t>09/12/2016</a:t>
            </a:fld>
            <a:endParaRPr lang="es-MX"/>
          </a:p>
        </p:txBody>
      </p:sp>
      <p:sp>
        <p:nvSpPr>
          <p:cNvPr id="6" name="5 Marcador de pie de página"/>
          <p:cNvSpPr>
            <a:spLocks noGrp="1"/>
          </p:cNvSpPr>
          <p:nvPr>
            <p:ph type="ftr" sz="quarter" idx="11"/>
          </p:nvPr>
        </p:nvSpPr>
        <p:spPr/>
        <p:txBody>
          <a:bodyPr/>
          <a:lstStyle/>
          <a:p>
            <a:endParaRPr lang="es-MX"/>
          </a:p>
        </p:txBody>
      </p:sp>
      <p:sp>
        <p:nvSpPr>
          <p:cNvPr id="7" name="6 Marcador de número de diapositiva"/>
          <p:cNvSpPr>
            <a:spLocks noGrp="1"/>
          </p:cNvSpPr>
          <p:nvPr>
            <p:ph type="sldNum" sz="quarter" idx="12"/>
          </p:nvPr>
        </p:nvSpPr>
        <p:spPr/>
        <p:txBody>
          <a:bodyPr/>
          <a:lstStyle/>
          <a:p>
            <a:fld id="{7F530401-7E0C-4A77-8615-F71D652E049D}" type="slidenum">
              <a:rPr lang="es-MX" smtClean="0"/>
              <a:t>‹Nº›</a:t>
            </a:fld>
            <a:endParaRPr lang="es-MX"/>
          </a:p>
        </p:txBody>
      </p:sp>
      <p:sp>
        <p:nvSpPr>
          <p:cNvPr id="9" name="8 Marcador de contenido"/>
          <p:cNvSpPr>
            <a:spLocks noGrp="1"/>
          </p:cNvSpPr>
          <p:nvPr>
            <p:ph sz="quarter" idx="1"/>
          </p:nvPr>
        </p:nvSpPr>
        <p:spPr>
          <a:xfrm>
            <a:off x="457200"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270248"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7543800" cy="1143000"/>
          </a:xfrm>
        </p:spPr>
        <p:txBody>
          <a:bodyPr anchor="b"/>
          <a:lstStyle>
            <a:lvl1pPr>
              <a:defRPr/>
            </a:lvl1pPr>
          </a:lstStyle>
          <a:p>
            <a:r>
              <a:rPr kumimoji="0" lang="es-ES" smtClean="0"/>
              <a:t>Haga clic para modificar el estilo de título del patrón</a:t>
            </a:r>
            <a:endParaRPr kumimoji="0" lang="en-US"/>
          </a:p>
        </p:txBody>
      </p:sp>
      <p:sp>
        <p:nvSpPr>
          <p:cNvPr id="7" name="6 Marcador de fecha"/>
          <p:cNvSpPr>
            <a:spLocks noGrp="1"/>
          </p:cNvSpPr>
          <p:nvPr>
            <p:ph type="dt" sz="half" idx="10"/>
          </p:nvPr>
        </p:nvSpPr>
        <p:spPr/>
        <p:txBody>
          <a:bodyPr/>
          <a:lstStyle/>
          <a:p>
            <a:fld id="{074176B6-C630-4366-A2E2-6BBD24AE415A}" type="datetimeFigureOut">
              <a:rPr lang="es-MX" smtClean="0"/>
              <a:t>09/12/2016</a:t>
            </a:fld>
            <a:endParaRPr lang="es-MX"/>
          </a:p>
        </p:txBody>
      </p:sp>
      <p:sp>
        <p:nvSpPr>
          <p:cNvPr id="8" name="7 Marcador de pie de página"/>
          <p:cNvSpPr>
            <a:spLocks noGrp="1"/>
          </p:cNvSpPr>
          <p:nvPr>
            <p:ph type="ftr" sz="quarter" idx="11"/>
          </p:nvPr>
        </p:nvSpPr>
        <p:spPr/>
        <p:txBody>
          <a:bodyPr/>
          <a:lstStyle/>
          <a:p>
            <a:endParaRPr lang="es-MX"/>
          </a:p>
        </p:txBody>
      </p:sp>
      <p:sp>
        <p:nvSpPr>
          <p:cNvPr id="9" name="8 Marcador de número de diapositiva"/>
          <p:cNvSpPr>
            <a:spLocks noGrp="1"/>
          </p:cNvSpPr>
          <p:nvPr>
            <p:ph type="sldNum" sz="quarter" idx="12"/>
          </p:nvPr>
        </p:nvSpPr>
        <p:spPr/>
        <p:txBody>
          <a:bodyPr/>
          <a:lstStyle/>
          <a:p>
            <a:fld id="{7F530401-7E0C-4A77-8615-F71D652E049D}" type="slidenum">
              <a:rPr lang="es-MX" smtClean="0"/>
              <a:t>‹Nº›</a:t>
            </a:fld>
            <a:endParaRPr lang="es-MX"/>
          </a:p>
        </p:txBody>
      </p:sp>
      <p:sp>
        <p:nvSpPr>
          <p:cNvPr id="11" name="10 Marcador de contenido"/>
          <p:cNvSpPr>
            <a:spLocks noGrp="1"/>
          </p:cNvSpPr>
          <p:nvPr>
            <p:ph sz="quarter" idx="2"/>
          </p:nvPr>
        </p:nvSpPr>
        <p:spPr>
          <a:xfrm>
            <a:off x="457200"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quarter" idx="4"/>
          </p:nvPr>
        </p:nvSpPr>
        <p:spPr>
          <a:xfrm>
            <a:off x="4371975"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2" name="11 Marcador de texto"/>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
        <p:nvSpPr>
          <p:cNvPr id="14" name="13 Marcador de texto"/>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6" name="5 Marcador de fecha"/>
          <p:cNvSpPr>
            <a:spLocks noGrp="1"/>
          </p:cNvSpPr>
          <p:nvPr>
            <p:ph type="dt" sz="half" idx="10"/>
          </p:nvPr>
        </p:nvSpPr>
        <p:spPr/>
        <p:txBody>
          <a:bodyPr rtlCol="0"/>
          <a:lstStyle/>
          <a:p>
            <a:fld id="{074176B6-C630-4366-A2E2-6BBD24AE415A}" type="datetimeFigureOut">
              <a:rPr lang="es-MX" smtClean="0"/>
              <a:t>09/12/2016</a:t>
            </a:fld>
            <a:endParaRPr lang="es-MX"/>
          </a:p>
        </p:txBody>
      </p:sp>
      <p:sp>
        <p:nvSpPr>
          <p:cNvPr id="7" name="6 Marcador de número de diapositiva"/>
          <p:cNvSpPr>
            <a:spLocks noGrp="1"/>
          </p:cNvSpPr>
          <p:nvPr>
            <p:ph type="sldNum" sz="quarter" idx="11"/>
          </p:nvPr>
        </p:nvSpPr>
        <p:spPr/>
        <p:txBody>
          <a:bodyPr rtlCol="0"/>
          <a:lstStyle/>
          <a:p>
            <a:fld id="{7F530401-7E0C-4A77-8615-F71D652E049D}" type="slidenum">
              <a:rPr lang="es-MX" smtClean="0"/>
              <a:t>‹Nº›</a:t>
            </a:fld>
            <a:endParaRPr lang="es-MX"/>
          </a:p>
        </p:txBody>
      </p:sp>
      <p:sp>
        <p:nvSpPr>
          <p:cNvPr id="8" name="7 Marcador de pie de página"/>
          <p:cNvSpPr>
            <a:spLocks noGrp="1"/>
          </p:cNvSpPr>
          <p:nvPr>
            <p:ph type="ftr" sz="quarter" idx="12"/>
          </p:nvPr>
        </p:nvSpPr>
        <p:spPr/>
        <p:txBody>
          <a:bodyPr rtlCol="0"/>
          <a:lstStyle/>
          <a:p>
            <a:endParaRPr lang="es-MX"/>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74176B6-C630-4366-A2E2-6BBD24AE415A}" type="datetimeFigureOut">
              <a:rPr lang="es-MX" smtClean="0"/>
              <a:t>09/12/2016</a:t>
            </a:fld>
            <a:endParaRPr lang="es-MX"/>
          </a:p>
        </p:txBody>
      </p:sp>
      <p:sp>
        <p:nvSpPr>
          <p:cNvPr id="3" name="2 Marcador de pie de página"/>
          <p:cNvSpPr>
            <a:spLocks noGrp="1"/>
          </p:cNvSpPr>
          <p:nvPr>
            <p:ph type="ftr" sz="quarter" idx="11"/>
          </p:nvPr>
        </p:nvSpPr>
        <p:spPr/>
        <p:txBody>
          <a:bodyPr/>
          <a:lstStyle/>
          <a:p>
            <a:endParaRPr lang="es-MX"/>
          </a:p>
        </p:txBody>
      </p:sp>
      <p:sp>
        <p:nvSpPr>
          <p:cNvPr id="4" name="3 Marcador de número de diapositiva"/>
          <p:cNvSpPr>
            <a:spLocks noGrp="1"/>
          </p:cNvSpPr>
          <p:nvPr>
            <p:ph type="sldNum" sz="quarter" idx="12"/>
          </p:nvPr>
        </p:nvSpPr>
        <p:spPr/>
        <p:txBody>
          <a:bodyPr/>
          <a:lstStyle/>
          <a:p>
            <a:fld id="{7F530401-7E0C-4A77-8615-F71D652E049D}" type="slidenum">
              <a:rPr lang="es-MX" smtClean="0"/>
              <a:t>‹Nº›</a:t>
            </a:fld>
            <a:endParaRPr lang="es-MX"/>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1">
        <a:schemeClr val="bg1"/>
      </p:bgRef>
    </p:bg>
    <p:spTree>
      <p:nvGrpSpPr>
        <p:cNvPr id="1" name=""/>
        <p:cNvGrpSpPr/>
        <p:nvPr/>
      </p:nvGrpSpPr>
      <p:grpSpPr>
        <a:xfrm>
          <a:off x="0" y="0"/>
          <a:ext cx="0" cy="0"/>
          <a:chOff x="0" y="0"/>
          <a:chExt cx="0" cy="0"/>
        </a:xfrm>
      </p:grpSpPr>
      <p:sp>
        <p:nvSpPr>
          <p:cNvPr id="10" name="9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1 Título"/>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8" name="7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10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17 Marcador de contenido"/>
          <p:cNvSpPr>
            <a:spLocks noGrp="1"/>
          </p:cNvSpPr>
          <p:nvPr>
            <p:ph sz="quarter" idx="1"/>
          </p:nvPr>
        </p:nvSpPr>
        <p:spPr>
          <a:xfrm>
            <a:off x="304800" y="274320"/>
            <a:ext cx="5638800" cy="6327648"/>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1" name="20 Marcador de fecha"/>
          <p:cNvSpPr>
            <a:spLocks noGrp="1"/>
          </p:cNvSpPr>
          <p:nvPr>
            <p:ph type="dt" sz="half" idx="14"/>
          </p:nvPr>
        </p:nvSpPr>
        <p:spPr/>
        <p:txBody>
          <a:bodyPr rtlCol="0"/>
          <a:lstStyle/>
          <a:p>
            <a:fld id="{074176B6-C630-4366-A2E2-6BBD24AE415A}" type="datetimeFigureOut">
              <a:rPr lang="es-MX" smtClean="0"/>
              <a:t>09/12/2016</a:t>
            </a:fld>
            <a:endParaRPr lang="es-MX"/>
          </a:p>
        </p:txBody>
      </p:sp>
      <p:sp>
        <p:nvSpPr>
          <p:cNvPr id="22" name="21 Marcador de número de diapositiva"/>
          <p:cNvSpPr>
            <a:spLocks noGrp="1"/>
          </p:cNvSpPr>
          <p:nvPr>
            <p:ph type="sldNum" sz="quarter" idx="15"/>
          </p:nvPr>
        </p:nvSpPr>
        <p:spPr/>
        <p:txBody>
          <a:bodyPr rtlCol="0"/>
          <a:lstStyle/>
          <a:p>
            <a:fld id="{7F530401-7E0C-4A77-8615-F71D652E049D}" type="slidenum">
              <a:rPr lang="es-MX" smtClean="0"/>
              <a:t>‹Nº›</a:t>
            </a:fld>
            <a:endParaRPr lang="es-MX"/>
          </a:p>
        </p:txBody>
      </p:sp>
      <p:sp>
        <p:nvSpPr>
          <p:cNvPr id="23" name="22 Marcador de pie de página"/>
          <p:cNvSpPr>
            <a:spLocks noGrp="1"/>
          </p:cNvSpPr>
          <p:nvPr>
            <p:ph type="ftr" sz="quarter" idx="16"/>
          </p:nvPr>
        </p:nvSpPr>
        <p:spPr/>
        <p:txBody>
          <a:bodyPr rtlCol="0"/>
          <a:lstStyle/>
          <a:p>
            <a:endParaRPr lang="es-MX"/>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8 Conector recto"/>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rot="5400000">
            <a:off x="3350133" y="3200400"/>
            <a:ext cx="6309360" cy="457200"/>
          </a:xfrm>
        </p:spPr>
        <p:txBody>
          <a:bodyPr anchor="b"/>
          <a:lstStyle>
            <a:lvl1pPr algn="l">
              <a:buNone/>
              <a:defRPr sz="2000" b="1"/>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10" name="9 Conector recto"/>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Rectángulo"/>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18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19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16 Marcador de fecha"/>
          <p:cNvSpPr>
            <a:spLocks noGrp="1"/>
          </p:cNvSpPr>
          <p:nvPr>
            <p:ph type="dt" sz="half" idx="10"/>
          </p:nvPr>
        </p:nvSpPr>
        <p:spPr/>
        <p:txBody>
          <a:bodyPr rtlCol="0"/>
          <a:lstStyle/>
          <a:p>
            <a:fld id="{074176B6-C630-4366-A2E2-6BBD24AE415A}" type="datetimeFigureOut">
              <a:rPr lang="es-MX" smtClean="0"/>
              <a:t>09/12/2016</a:t>
            </a:fld>
            <a:endParaRPr lang="es-MX"/>
          </a:p>
        </p:txBody>
      </p:sp>
      <p:sp>
        <p:nvSpPr>
          <p:cNvPr id="18" name="17 Marcador de número de diapositiva"/>
          <p:cNvSpPr>
            <a:spLocks noGrp="1"/>
          </p:cNvSpPr>
          <p:nvPr>
            <p:ph type="sldNum" sz="quarter" idx="11"/>
          </p:nvPr>
        </p:nvSpPr>
        <p:spPr/>
        <p:txBody>
          <a:bodyPr rtlCol="0"/>
          <a:lstStyle/>
          <a:p>
            <a:fld id="{7F530401-7E0C-4A77-8615-F71D652E049D}" type="slidenum">
              <a:rPr lang="es-MX" smtClean="0"/>
              <a:t>‹Nº›</a:t>
            </a:fld>
            <a:endParaRPr lang="es-MX"/>
          </a:p>
        </p:txBody>
      </p:sp>
      <p:sp>
        <p:nvSpPr>
          <p:cNvPr id="21" name="20 Marcador de pie de página"/>
          <p:cNvSpPr>
            <a:spLocks noGrp="1"/>
          </p:cNvSpPr>
          <p:nvPr>
            <p:ph type="ftr" sz="quarter" idx="12"/>
          </p:nvPr>
        </p:nvSpPr>
        <p:spPr/>
        <p:txBody>
          <a:bodyPr rtlCol="0"/>
          <a:lstStyle/>
          <a:p>
            <a:endParaRPr lang="es-MX"/>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074176B6-C630-4366-A2E2-6BBD24AE415A}" type="datetimeFigureOut">
              <a:rPr lang="es-MX" smtClean="0"/>
              <a:t>09/12/2016</a:t>
            </a:fld>
            <a:endParaRPr lang="es-MX"/>
          </a:p>
        </p:txBody>
      </p:sp>
      <p:sp>
        <p:nvSpPr>
          <p:cNvPr id="5" name="4 Marcador de pie de página"/>
          <p:cNvSpPr>
            <a:spLocks noGrp="1"/>
          </p:cNvSpPr>
          <p:nvPr>
            <p:ph type="ftr" sz="quarter" idx="11"/>
          </p:nvPr>
        </p:nvSpPr>
        <p:spPr/>
        <p:txBody>
          <a:bodyPr/>
          <a:lstStyle/>
          <a:p>
            <a:endParaRPr lang="es-MX"/>
          </a:p>
        </p:txBody>
      </p:sp>
      <p:sp>
        <p:nvSpPr>
          <p:cNvPr id="6" name="5 Marcador de número de diapositiva"/>
          <p:cNvSpPr>
            <a:spLocks noGrp="1"/>
          </p:cNvSpPr>
          <p:nvPr>
            <p:ph type="sldNum" sz="quarter" idx="12"/>
          </p:nvPr>
        </p:nvSpPr>
        <p:spPr/>
        <p:txBody>
          <a:bodyPr/>
          <a:lstStyle/>
          <a:p>
            <a:fld id="{7F530401-7E0C-4A77-8615-F71D652E049D}" type="slidenum">
              <a:rPr lang="es-MX" smtClean="0"/>
              <a:t>‹Nº›</a:t>
            </a:fld>
            <a:endParaRPr lang="es-MX"/>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9"/>
            <a:ext cx="167640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074176B6-C630-4366-A2E2-6BBD24AE415A}" type="datetimeFigureOut">
              <a:rPr lang="es-MX" smtClean="0"/>
              <a:t>09/12/2016</a:t>
            </a:fld>
            <a:endParaRPr lang="es-MX"/>
          </a:p>
        </p:txBody>
      </p:sp>
      <p:sp>
        <p:nvSpPr>
          <p:cNvPr id="5" name="4 Marcador de pie de página"/>
          <p:cNvSpPr>
            <a:spLocks noGrp="1"/>
          </p:cNvSpPr>
          <p:nvPr>
            <p:ph type="ftr" sz="quarter" idx="11"/>
          </p:nvPr>
        </p:nvSpPr>
        <p:spPr/>
        <p:txBody>
          <a:bodyPr/>
          <a:lstStyle/>
          <a:p>
            <a:endParaRPr lang="es-MX"/>
          </a:p>
        </p:txBody>
      </p:sp>
      <p:sp>
        <p:nvSpPr>
          <p:cNvPr id="6" name="5 Marcador de número de diapositiva"/>
          <p:cNvSpPr>
            <a:spLocks noGrp="1"/>
          </p:cNvSpPr>
          <p:nvPr>
            <p:ph type="sldNum" sz="quarter" idx="12"/>
          </p:nvPr>
        </p:nvSpPr>
        <p:spPr/>
        <p:txBody>
          <a:bodyPr/>
          <a:lstStyle/>
          <a:p>
            <a:fld id="{7F530401-7E0C-4A77-8615-F71D652E049D}" type="slidenum">
              <a:rPr lang="es-MX" smtClean="0"/>
              <a:t>‹Nº›</a:t>
            </a:fld>
            <a:endParaRPr lang="es-MX"/>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15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21 Marcador de título"/>
          <p:cNvSpPr>
            <a:spLocks noGrp="1"/>
          </p:cNvSpPr>
          <p:nvPr>
            <p:ph type="title"/>
          </p:nvPr>
        </p:nvSpPr>
        <p:spPr>
          <a:xfrm>
            <a:off x="457200" y="274638"/>
            <a:ext cx="7467600" cy="1143000"/>
          </a:xfrm>
          <a:prstGeom prst="rect">
            <a:avLst/>
          </a:prstGeom>
        </p:spPr>
        <p:txBody>
          <a:bodyPr vert="horz" anchor="b">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074176B6-C630-4366-A2E2-6BBD24AE415A}" type="datetimeFigureOut">
              <a:rPr lang="es-MX" smtClean="0"/>
              <a:t>09/12/2016</a:t>
            </a:fld>
            <a:endParaRPr lang="es-MX"/>
          </a:p>
        </p:txBody>
      </p:sp>
      <p:sp>
        <p:nvSpPr>
          <p:cNvPr id="3" name="2 Marcador de pie de página"/>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s-MX"/>
          </a:p>
        </p:txBody>
      </p:sp>
      <p:sp>
        <p:nvSpPr>
          <p:cNvPr id="7" name="6 Conector recto"/>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Marcador de número de diapositiva"/>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7F530401-7E0C-4A77-8615-F71D652E049D}" type="slidenum">
              <a:rPr lang="es-MX" smtClean="0"/>
              <a:t>‹Nº›</a:t>
            </a:fld>
            <a:endParaRPr lang="es-MX"/>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normAutofit/>
          </a:bodyPr>
          <a:lstStyle/>
          <a:p>
            <a:r>
              <a:rPr lang="es-MX" dirty="0" smtClean="0"/>
              <a:t>Practicas de Teoría de </a:t>
            </a:r>
            <a:r>
              <a:rPr lang="es-MX" smtClean="0"/>
              <a:t>LENGUAJES Y Compiladores</a:t>
            </a:r>
            <a:r>
              <a:rPr lang="es-MX" b="0" dirty="0" smtClean="0">
                <a:effectLst/>
              </a:rPr>
              <a:t> </a:t>
            </a:r>
            <a:endParaRPr lang="es-MX" dirty="0"/>
          </a:p>
        </p:txBody>
      </p:sp>
      <p:sp>
        <p:nvSpPr>
          <p:cNvPr id="3" name="2 Subtítulo"/>
          <p:cNvSpPr>
            <a:spLocks noGrp="1"/>
          </p:cNvSpPr>
          <p:nvPr>
            <p:ph type="subTitle" idx="1"/>
          </p:nvPr>
        </p:nvSpPr>
        <p:spPr/>
        <p:txBody>
          <a:bodyPr>
            <a:normAutofit/>
          </a:bodyPr>
          <a:lstStyle/>
          <a:p>
            <a:r>
              <a:rPr lang="es-MX" dirty="0" smtClean="0"/>
              <a:t>Profesora: Sara Méndez</a:t>
            </a:r>
          </a:p>
          <a:p>
            <a:r>
              <a:rPr lang="es-MX" dirty="0" smtClean="0"/>
              <a:t>Secuencia: 4NM50 </a:t>
            </a:r>
            <a:endParaRPr lang="es-MX" dirty="0"/>
          </a:p>
        </p:txBody>
      </p:sp>
      <p:sp>
        <p:nvSpPr>
          <p:cNvPr id="5" name="4 Rectángulo"/>
          <p:cNvSpPr/>
          <p:nvPr/>
        </p:nvSpPr>
        <p:spPr>
          <a:xfrm>
            <a:off x="4453217" y="3244334"/>
            <a:ext cx="237566" cy="369332"/>
          </a:xfrm>
          <a:prstGeom prst="rect">
            <a:avLst/>
          </a:prstGeom>
        </p:spPr>
        <p:txBody>
          <a:bodyPr wrap="none">
            <a:spAutoFit/>
          </a:bodyPr>
          <a:lstStyle/>
          <a:p>
            <a:r>
              <a:rPr lang="es-MX" b="0" dirty="0" smtClean="0">
                <a:effectLst/>
              </a:rPr>
              <a:t> </a:t>
            </a:r>
            <a:endParaRPr lang="es-MX" dirty="0"/>
          </a:p>
        </p:txBody>
      </p:sp>
      <p:sp>
        <p:nvSpPr>
          <p:cNvPr id="6" name="5 Rectángulo"/>
          <p:cNvSpPr/>
          <p:nvPr/>
        </p:nvSpPr>
        <p:spPr>
          <a:xfrm>
            <a:off x="4453217" y="3244334"/>
            <a:ext cx="237566" cy="369332"/>
          </a:xfrm>
          <a:prstGeom prst="rect">
            <a:avLst/>
          </a:prstGeom>
        </p:spPr>
        <p:txBody>
          <a:bodyPr wrap="none">
            <a:spAutoFit/>
          </a:bodyPr>
          <a:lstStyle/>
          <a:p>
            <a:r>
              <a:rPr lang="es-MX" b="0" dirty="0" smtClean="0">
                <a:effectLst/>
              </a:rPr>
              <a:t> </a:t>
            </a:r>
            <a:endParaRPr lang="es-MX" dirty="0"/>
          </a:p>
        </p:txBody>
      </p:sp>
    </p:spTree>
    <p:extLst>
      <p:ext uri="{BB962C8B-B14F-4D97-AF65-F5344CB8AC3E}">
        <p14:creationId xmlns:p14="http://schemas.microsoft.com/office/powerpoint/2010/main" val="36736750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t>Practica 1 “MS-DOS”</a:t>
            </a:r>
            <a:endParaRPr lang="es-MX" dirty="0"/>
          </a:p>
        </p:txBody>
      </p:sp>
      <p:sp>
        <p:nvSpPr>
          <p:cNvPr id="3" name="2 Marcador de contenido"/>
          <p:cNvSpPr>
            <a:spLocks noGrp="1"/>
          </p:cNvSpPr>
          <p:nvPr>
            <p:ph sz="quarter" idx="1"/>
          </p:nvPr>
        </p:nvSpPr>
        <p:spPr/>
        <p:txBody>
          <a:bodyPr>
            <a:normAutofit/>
          </a:bodyPr>
          <a:lstStyle/>
          <a:p>
            <a:r>
              <a:rPr lang="es-MX" dirty="0" smtClean="0"/>
              <a:t>Objetivo: En máximo 50 minutos, identificar algunos de los comandos internos básicos.</a:t>
            </a:r>
          </a:p>
          <a:p>
            <a:pPr marL="514350" indent="-514350">
              <a:buFont typeface="+mj-lt"/>
              <a:buAutoNum type="arabicParenR"/>
            </a:pPr>
            <a:r>
              <a:rPr lang="es-MX" dirty="0"/>
              <a:t> </a:t>
            </a:r>
            <a:r>
              <a:rPr lang="es-MX" b="1" dirty="0" smtClean="0"/>
              <a:t>Sin</a:t>
            </a:r>
            <a:r>
              <a:rPr lang="es-MX" dirty="0" smtClean="0"/>
              <a:t> utilizar las interfaces gráficas de usuario(</a:t>
            </a:r>
            <a:r>
              <a:rPr lang="es-MX" dirty="0" err="1" smtClean="0"/>
              <a:t>GUI´s</a:t>
            </a:r>
            <a:r>
              <a:rPr lang="es-MX" dirty="0" smtClean="0"/>
              <a:t>)</a:t>
            </a:r>
          </a:p>
          <a:p>
            <a:pPr marL="514350" indent="-514350">
              <a:buFont typeface="+mj-lt"/>
              <a:buAutoNum type="arabicParenR"/>
            </a:pPr>
            <a:r>
              <a:rPr lang="es-MX" dirty="0" smtClean="0"/>
              <a:t>Por medio de la creación o edición de archivos </a:t>
            </a:r>
            <a:r>
              <a:rPr lang="es-MX" b="1" dirty="0" smtClean="0"/>
              <a:t>.BAT</a:t>
            </a:r>
          </a:p>
          <a:p>
            <a:pPr marL="514350" indent="-514350">
              <a:buFont typeface="+mj-lt"/>
              <a:buAutoNum type="arabicParenR"/>
            </a:pPr>
            <a:r>
              <a:rPr lang="es-MX" dirty="0" smtClean="0"/>
              <a:t>Por medio del </a:t>
            </a:r>
            <a:r>
              <a:rPr lang="es-MX" b="1" dirty="0" smtClean="0"/>
              <a:t>PROMPT</a:t>
            </a:r>
            <a:r>
              <a:rPr lang="es-MX" dirty="0" smtClean="0"/>
              <a:t>, en español significa receptor de comandos del sistema operativo, intérprete de instrucciones o bien, consola de operación del sistema.</a:t>
            </a:r>
            <a:endParaRPr lang="es-MX" dirty="0"/>
          </a:p>
        </p:txBody>
      </p:sp>
    </p:spTree>
    <p:extLst>
      <p:ext uri="{BB962C8B-B14F-4D97-AF65-F5344CB8AC3E}">
        <p14:creationId xmlns:p14="http://schemas.microsoft.com/office/powerpoint/2010/main" val="33137956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smtClean="0"/>
              <a:t>Práctica  2 en AWK</a:t>
            </a:r>
            <a:br>
              <a:rPr lang="es-MX" dirty="0" smtClean="0"/>
            </a:br>
            <a:endParaRPr lang="es-MX" dirty="0"/>
          </a:p>
        </p:txBody>
      </p:sp>
      <p:sp>
        <p:nvSpPr>
          <p:cNvPr id="3" name="2 Marcador de contenido"/>
          <p:cNvSpPr>
            <a:spLocks noGrp="1"/>
          </p:cNvSpPr>
          <p:nvPr>
            <p:ph sz="quarter" idx="1"/>
          </p:nvPr>
        </p:nvSpPr>
        <p:spPr/>
        <p:txBody>
          <a:bodyPr>
            <a:normAutofit/>
          </a:bodyPr>
          <a:lstStyle/>
          <a:p>
            <a:pPr marL="0" indent="0">
              <a:buNone/>
            </a:pPr>
            <a:endParaRPr lang="es-MX" dirty="0" smtClean="0"/>
          </a:p>
          <a:p>
            <a:r>
              <a:rPr lang="es-MX" dirty="0" smtClean="0"/>
              <a:t>OBJETIVO: Utilizar el lenguaje AWK.</a:t>
            </a:r>
          </a:p>
          <a:p>
            <a:endParaRPr lang="es-MX" dirty="0" smtClean="0"/>
          </a:p>
          <a:p>
            <a:r>
              <a:rPr lang="es-MX" dirty="0" smtClean="0"/>
              <a:t>INTRODUCCIÓN: </a:t>
            </a:r>
            <a:r>
              <a:rPr lang="es-MX" dirty="0" err="1" smtClean="0"/>
              <a:t>awk</a:t>
            </a:r>
            <a:r>
              <a:rPr lang="es-MX" dirty="0" smtClean="0"/>
              <a:t> es un lenguaje intérprete de instrucciones de aplicación generalizada pero con la ventaja de implementar expresiones regulares dentro de su código.</a:t>
            </a:r>
            <a:endParaRPr lang="es-MX" dirty="0"/>
          </a:p>
        </p:txBody>
      </p:sp>
    </p:spTree>
    <p:extLst>
      <p:ext uri="{BB962C8B-B14F-4D97-AF65-F5344CB8AC3E}">
        <p14:creationId xmlns:p14="http://schemas.microsoft.com/office/powerpoint/2010/main" val="13037257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smtClean="0"/>
              <a:t>Practica 3 AWK</a:t>
            </a:r>
            <a:br>
              <a:rPr lang="es-MX" dirty="0" smtClean="0"/>
            </a:br>
            <a:endParaRPr lang="es-MX" dirty="0"/>
          </a:p>
        </p:txBody>
      </p:sp>
      <p:sp>
        <p:nvSpPr>
          <p:cNvPr id="3" name="2 Marcador de contenido"/>
          <p:cNvSpPr>
            <a:spLocks noGrp="1"/>
          </p:cNvSpPr>
          <p:nvPr>
            <p:ph sz="quarter" idx="1"/>
          </p:nvPr>
        </p:nvSpPr>
        <p:spPr/>
        <p:txBody>
          <a:bodyPr>
            <a:normAutofit/>
          </a:bodyPr>
          <a:lstStyle/>
          <a:p>
            <a:endParaRPr lang="es-MX" dirty="0" smtClean="0"/>
          </a:p>
          <a:p>
            <a:r>
              <a:rPr lang="es-MX" dirty="0" smtClean="0"/>
              <a:t>OBJETIVO: Probar expresiones regulares codificadas en AWK</a:t>
            </a:r>
          </a:p>
          <a:p>
            <a:endParaRPr lang="es-MX" dirty="0" smtClean="0"/>
          </a:p>
          <a:p>
            <a:r>
              <a:rPr lang="es-MX" dirty="0" smtClean="0"/>
              <a:t>INSTRUCCIONES: Cree los archivos de datos con nombres tales como: Juan, Ernesto, Luis, </a:t>
            </a:r>
            <a:r>
              <a:rPr lang="es-MX" dirty="0" err="1" smtClean="0"/>
              <a:t>Sthepany</a:t>
            </a:r>
            <a:r>
              <a:rPr lang="es-MX" dirty="0" smtClean="0"/>
              <a:t>, Enrique, </a:t>
            </a:r>
            <a:r>
              <a:rPr lang="es-MX" dirty="0" err="1" smtClean="0"/>
              <a:t>Jonnathan</a:t>
            </a:r>
            <a:r>
              <a:rPr lang="es-MX" dirty="0" smtClean="0"/>
              <a:t>, Armando, </a:t>
            </a:r>
            <a:r>
              <a:rPr lang="es-MX" dirty="0" err="1" smtClean="0"/>
              <a:t>Bethy</a:t>
            </a:r>
            <a:r>
              <a:rPr lang="es-MX" dirty="0" smtClean="0"/>
              <a:t>, Mónica. </a:t>
            </a:r>
          </a:p>
          <a:p>
            <a:r>
              <a:rPr lang="es-MX" dirty="0" smtClean="0"/>
              <a:t>Desarrolle una expresión regular que seleccione los nombres que incluyen los símbolos “</a:t>
            </a:r>
            <a:r>
              <a:rPr lang="es-MX" dirty="0" err="1" smtClean="0"/>
              <a:t>th</a:t>
            </a:r>
            <a:r>
              <a:rPr lang="es-MX" dirty="0" smtClean="0"/>
              <a:t>”</a:t>
            </a:r>
          </a:p>
          <a:p>
            <a:endParaRPr lang="es-MX" dirty="0" smtClean="0"/>
          </a:p>
        </p:txBody>
      </p:sp>
    </p:spTree>
    <p:extLst>
      <p:ext uri="{BB962C8B-B14F-4D97-AF65-F5344CB8AC3E}">
        <p14:creationId xmlns:p14="http://schemas.microsoft.com/office/powerpoint/2010/main" val="13802698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57200" y="260648"/>
            <a:ext cx="8229600" cy="5865515"/>
          </a:xfrm>
        </p:spPr>
        <p:txBody>
          <a:bodyPr>
            <a:normAutofit fontScale="70000" lnSpcReduction="20000"/>
          </a:bodyPr>
          <a:lstStyle/>
          <a:p>
            <a:r>
              <a:rPr lang="es-MX" dirty="0" smtClean="0"/>
              <a:t>1a.- </a:t>
            </a:r>
            <a:r>
              <a:rPr lang="es-MX" dirty="0" err="1" smtClean="0"/>
              <a:t>awk</a:t>
            </a:r>
            <a:r>
              <a:rPr lang="es-MX" dirty="0" smtClean="0"/>
              <a:t> &amp;</a:t>
            </a:r>
            <a:r>
              <a:rPr lang="es-MX" dirty="0" err="1" smtClean="0"/>
              <a:t>quot</a:t>
            </a:r>
            <a:r>
              <a:rPr lang="es-MX" dirty="0" smtClean="0"/>
              <a:t>;/</a:t>
            </a:r>
            <a:r>
              <a:rPr lang="es-MX" dirty="0" err="1" smtClean="0"/>
              <a:t>th</a:t>
            </a:r>
            <a:r>
              <a:rPr lang="es-MX" dirty="0" smtClean="0"/>
              <a:t>/&amp;</a:t>
            </a:r>
            <a:r>
              <a:rPr lang="es-MX" dirty="0" err="1" smtClean="0"/>
              <a:t>quot</a:t>
            </a:r>
            <a:r>
              <a:rPr lang="es-MX" dirty="0" smtClean="0"/>
              <a:t>; nombre.txt </a:t>
            </a:r>
            <a:r>
              <a:rPr lang="es-MX" dirty="0" err="1" smtClean="0"/>
              <a:t>Jonnathan,Bethy</a:t>
            </a:r>
            <a:endParaRPr lang="es-MX" dirty="0" smtClean="0"/>
          </a:p>
          <a:p>
            <a:endParaRPr lang="es-MX" dirty="0" smtClean="0"/>
          </a:p>
          <a:p>
            <a:r>
              <a:rPr lang="es-MX" dirty="0" smtClean="0"/>
              <a:t>1b.- </a:t>
            </a:r>
            <a:r>
              <a:rPr lang="es-MX" dirty="0" err="1" smtClean="0"/>
              <a:t>awk</a:t>
            </a:r>
            <a:r>
              <a:rPr lang="es-MX" dirty="0" smtClean="0"/>
              <a:t> &amp;</a:t>
            </a:r>
            <a:r>
              <a:rPr lang="es-MX" dirty="0" err="1" smtClean="0"/>
              <a:t>quot</a:t>
            </a:r>
            <a:r>
              <a:rPr lang="es-MX" dirty="0" smtClean="0"/>
              <a:t>;/[</a:t>
            </a:r>
            <a:r>
              <a:rPr lang="es-MX" dirty="0" err="1" smtClean="0"/>
              <a:t>Tt</a:t>
            </a:r>
            <a:r>
              <a:rPr lang="es-MX" dirty="0" smtClean="0"/>
              <a:t>]h/&amp;</a:t>
            </a:r>
            <a:r>
              <a:rPr lang="es-MX" dirty="0" err="1" smtClean="0"/>
              <a:t>quot</a:t>
            </a:r>
            <a:r>
              <a:rPr lang="es-MX" dirty="0" smtClean="0"/>
              <a:t>; nombre.txt Thomas, Jonathan, </a:t>
            </a:r>
            <a:r>
              <a:rPr lang="es-MX" dirty="0" err="1" smtClean="0"/>
              <a:t>Bethy</a:t>
            </a:r>
            <a:endParaRPr lang="es-MX" dirty="0" smtClean="0"/>
          </a:p>
          <a:p>
            <a:endParaRPr lang="es-MX" dirty="0" smtClean="0"/>
          </a:p>
          <a:p>
            <a:r>
              <a:rPr lang="es-MX" dirty="0" smtClean="0"/>
              <a:t>2a.- </a:t>
            </a:r>
            <a:r>
              <a:rPr lang="es-MX" dirty="0" err="1" smtClean="0"/>
              <a:t>awk</a:t>
            </a:r>
            <a:r>
              <a:rPr lang="es-MX" dirty="0" smtClean="0"/>
              <a:t> &amp;</a:t>
            </a:r>
            <a:r>
              <a:rPr lang="es-MX" dirty="0" err="1" smtClean="0"/>
              <a:t>quot</a:t>
            </a:r>
            <a:r>
              <a:rPr lang="es-MX" dirty="0" smtClean="0"/>
              <a:t>;/^cas\</a:t>
            </a:r>
            <a:r>
              <a:rPr lang="es-MX" dirty="0" err="1" smtClean="0"/>
              <a:t>a|i</a:t>
            </a:r>
            <a:r>
              <a:rPr lang="es-MX" dirty="0" smtClean="0"/>
              <a:t>$/&amp;</a:t>
            </a:r>
            <a:r>
              <a:rPr lang="es-MX" dirty="0" err="1" smtClean="0"/>
              <a:t>quot</a:t>
            </a:r>
            <a:r>
              <a:rPr lang="es-MX" dirty="0" smtClean="0"/>
              <a:t>; palabra.dat casa casi</a:t>
            </a:r>
          </a:p>
          <a:p>
            <a:endParaRPr lang="es-MX" dirty="0" smtClean="0"/>
          </a:p>
          <a:p>
            <a:r>
              <a:rPr lang="es-MX" dirty="0" smtClean="0"/>
              <a:t>2b.- </a:t>
            </a:r>
            <a:r>
              <a:rPr lang="es-MX" dirty="0" err="1" smtClean="0"/>
              <a:t>awk</a:t>
            </a:r>
            <a:r>
              <a:rPr lang="es-MX" dirty="0" smtClean="0"/>
              <a:t> &amp;</a:t>
            </a:r>
            <a:r>
              <a:rPr lang="es-MX" dirty="0" err="1" smtClean="0"/>
              <a:t>quot</a:t>
            </a:r>
            <a:r>
              <a:rPr lang="es-MX" dirty="0" smtClean="0"/>
              <a:t>;/^cas\(</a:t>
            </a:r>
            <a:r>
              <a:rPr lang="es-MX" dirty="0" err="1" smtClean="0"/>
              <a:t>a|ita|ucha|ona</a:t>
            </a:r>
            <a:r>
              <a:rPr lang="es-MX" dirty="0" smtClean="0"/>
              <a:t>)$/&amp;</a:t>
            </a:r>
            <a:r>
              <a:rPr lang="es-MX" dirty="0" err="1" smtClean="0"/>
              <a:t>quot</a:t>
            </a:r>
            <a:r>
              <a:rPr lang="es-MX" dirty="0" smtClean="0"/>
              <a:t>; palabra.dat casa casita casucha casona</a:t>
            </a:r>
          </a:p>
          <a:p>
            <a:endParaRPr lang="es-MX" dirty="0" smtClean="0"/>
          </a:p>
          <a:p>
            <a:r>
              <a:rPr lang="es-MX" dirty="0" smtClean="0"/>
              <a:t>2c.- </a:t>
            </a:r>
            <a:r>
              <a:rPr lang="es-MX" dirty="0" err="1" smtClean="0"/>
              <a:t>awk</a:t>
            </a:r>
            <a:r>
              <a:rPr lang="es-MX" dirty="0" smtClean="0"/>
              <a:t> &amp;</a:t>
            </a:r>
            <a:r>
              <a:rPr lang="es-MX" dirty="0" err="1" smtClean="0"/>
              <a:t>quot</a:t>
            </a:r>
            <a:r>
              <a:rPr lang="es-MX" dirty="0" smtClean="0"/>
              <a:t>;/^cas\</a:t>
            </a:r>
            <a:r>
              <a:rPr lang="es-MX" dirty="0" err="1" smtClean="0"/>
              <a:t>a|ita|ucha|ona</a:t>
            </a:r>
            <a:r>
              <a:rPr lang="es-MX" dirty="0" smtClean="0"/>
              <a:t>$/&amp;</a:t>
            </a:r>
            <a:r>
              <a:rPr lang="es-MX" dirty="0" err="1" smtClean="0"/>
              <a:t>quot</a:t>
            </a:r>
            <a:r>
              <a:rPr lang="es-MX" dirty="0" smtClean="0"/>
              <a:t>; palabra.dat casa casita casucha casona casas casuchas</a:t>
            </a:r>
          </a:p>
          <a:p>
            <a:endParaRPr lang="es-MX" dirty="0" smtClean="0"/>
          </a:p>
          <a:p>
            <a:r>
              <a:rPr lang="es-MX" dirty="0" smtClean="0"/>
              <a:t>3.- </a:t>
            </a:r>
            <a:r>
              <a:rPr lang="es-MX" dirty="0" err="1" smtClean="0"/>
              <a:t>awk</a:t>
            </a:r>
            <a:r>
              <a:rPr lang="es-MX" dirty="0" smtClean="0"/>
              <a:t> &amp;</a:t>
            </a:r>
            <a:r>
              <a:rPr lang="es-MX" dirty="0" err="1" smtClean="0"/>
              <a:t>quot</a:t>
            </a:r>
            <a:r>
              <a:rPr lang="es-MX" dirty="0" smtClean="0"/>
              <a:t>;/</a:t>
            </a:r>
            <a:r>
              <a:rPr lang="es-MX" dirty="0" err="1" smtClean="0"/>
              <a:t>Sweden</a:t>
            </a:r>
            <a:r>
              <a:rPr lang="es-MX" dirty="0" smtClean="0"/>
              <a:t>/ {</a:t>
            </a:r>
            <a:r>
              <a:rPr lang="es-MX" dirty="0" err="1" smtClean="0"/>
              <a:t>print</a:t>
            </a:r>
            <a:r>
              <a:rPr lang="es-MX" dirty="0" smtClean="0"/>
              <a:t> $0}&amp;</a:t>
            </a:r>
            <a:r>
              <a:rPr lang="es-MX" dirty="0" err="1" smtClean="0"/>
              <a:t>quot</a:t>
            </a:r>
            <a:r>
              <a:rPr lang="es-MX" dirty="0" smtClean="0"/>
              <a:t>; BBS_list.txt</a:t>
            </a:r>
          </a:p>
          <a:p>
            <a:endParaRPr lang="es-MX" dirty="0" smtClean="0"/>
          </a:p>
          <a:p>
            <a:r>
              <a:rPr lang="es-MX" dirty="0" smtClean="0"/>
              <a:t>4a.- </a:t>
            </a:r>
            <a:r>
              <a:rPr lang="es-MX" dirty="0" err="1" smtClean="0"/>
              <a:t>awk</a:t>
            </a:r>
            <a:r>
              <a:rPr lang="es-MX" dirty="0" smtClean="0"/>
              <a:t> &amp;</a:t>
            </a:r>
            <a:r>
              <a:rPr lang="es-MX" dirty="0" err="1" smtClean="0"/>
              <a:t>quot</a:t>
            </a:r>
            <a:r>
              <a:rPr lang="es-MX" dirty="0" smtClean="0"/>
              <a:t>;/^[0-9]$/&amp;</a:t>
            </a:r>
            <a:r>
              <a:rPr lang="es-MX" dirty="0" err="1" smtClean="0"/>
              <a:t>quot</a:t>
            </a:r>
            <a:r>
              <a:rPr lang="es-MX" dirty="0" smtClean="0"/>
              <a:t>; numero.txt</a:t>
            </a:r>
          </a:p>
          <a:p>
            <a:endParaRPr lang="es-MX" dirty="0" smtClean="0"/>
          </a:p>
          <a:p>
            <a:r>
              <a:rPr lang="es-MX" dirty="0" smtClean="0"/>
              <a:t>4b.- </a:t>
            </a:r>
            <a:r>
              <a:rPr lang="es-MX" dirty="0" err="1" smtClean="0"/>
              <a:t>awk</a:t>
            </a:r>
            <a:r>
              <a:rPr lang="es-MX" dirty="0" smtClean="0"/>
              <a:t> &amp;</a:t>
            </a:r>
            <a:r>
              <a:rPr lang="es-MX" dirty="0" err="1" smtClean="0"/>
              <a:t>quot</a:t>
            </a:r>
            <a:r>
              <a:rPr lang="es-MX" dirty="0" smtClean="0"/>
              <a:t>;/^[0-9]?$/&amp;</a:t>
            </a:r>
            <a:r>
              <a:rPr lang="es-MX" dirty="0" err="1" smtClean="0"/>
              <a:t>quot</a:t>
            </a:r>
            <a:r>
              <a:rPr lang="es-MX" dirty="0" smtClean="0"/>
              <a:t>; numero.txt</a:t>
            </a:r>
          </a:p>
          <a:p>
            <a:endParaRPr lang="es-MX" dirty="0" smtClean="0"/>
          </a:p>
          <a:p>
            <a:r>
              <a:rPr lang="es-MX" dirty="0" smtClean="0"/>
              <a:t>5.- </a:t>
            </a:r>
            <a:r>
              <a:rPr lang="es-MX" dirty="0" err="1" smtClean="0"/>
              <a:t>awk</a:t>
            </a:r>
            <a:r>
              <a:rPr lang="es-MX" dirty="0" smtClean="0"/>
              <a:t> &amp;</a:t>
            </a:r>
            <a:r>
              <a:rPr lang="es-MX" dirty="0" err="1" smtClean="0"/>
              <a:t>quot</a:t>
            </a:r>
            <a:r>
              <a:rPr lang="es-MX" dirty="0" smtClean="0"/>
              <a:t>;/^[0-9][0- 9][0-9]$/&amp;</a:t>
            </a:r>
            <a:r>
              <a:rPr lang="es-MX" dirty="0" err="1" smtClean="0"/>
              <a:t>quot</a:t>
            </a:r>
            <a:r>
              <a:rPr lang="es-MX" dirty="0" smtClean="0"/>
              <a:t>; numero.txt</a:t>
            </a:r>
          </a:p>
          <a:p>
            <a:endParaRPr lang="es-MX" dirty="0" smtClean="0"/>
          </a:p>
          <a:p>
            <a:r>
              <a:rPr lang="es-MX" dirty="0" smtClean="0"/>
              <a:t>6.- </a:t>
            </a:r>
            <a:r>
              <a:rPr lang="es-MX" dirty="0" err="1" smtClean="0"/>
              <a:t>awk</a:t>
            </a:r>
            <a:r>
              <a:rPr lang="es-MX" dirty="0" smtClean="0"/>
              <a:t> &amp;</a:t>
            </a:r>
            <a:r>
              <a:rPr lang="es-MX" dirty="0" err="1" smtClean="0"/>
              <a:t>quot</a:t>
            </a:r>
            <a:r>
              <a:rPr lang="es-MX" dirty="0" smtClean="0"/>
              <a:t>;/^(\+|-)?[0- 9]+\.?[0-9]*$/ numero.txt</a:t>
            </a:r>
          </a:p>
          <a:p>
            <a:endParaRPr lang="es-MX" dirty="0"/>
          </a:p>
        </p:txBody>
      </p:sp>
    </p:spTree>
    <p:extLst>
      <p:ext uri="{BB962C8B-B14F-4D97-AF65-F5344CB8AC3E}">
        <p14:creationId xmlns:p14="http://schemas.microsoft.com/office/powerpoint/2010/main" val="42808605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smtClean="0"/>
              <a:t>Practica 4 Calculadoras</a:t>
            </a:r>
            <a:endParaRPr lang="es-MX" dirty="0"/>
          </a:p>
        </p:txBody>
      </p:sp>
      <p:sp>
        <p:nvSpPr>
          <p:cNvPr id="3" name="2 Marcador de contenido"/>
          <p:cNvSpPr>
            <a:spLocks noGrp="1"/>
          </p:cNvSpPr>
          <p:nvPr>
            <p:ph sz="quarter" idx="1"/>
          </p:nvPr>
        </p:nvSpPr>
        <p:spPr/>
        <p:txBody>
          <a:bodyPr/>
          <a:lstStyle/>
          <a:p>
            <a:r>
              <a:rPr lang="es-MX" dirty="0" smtClean="0"/>
              <a:t>Objetivo: Utilizar las 3 líneas del archivo </a:t>
            </a:r>
            <a:r>
              <a:rPr lang="es-MX" dirty="0" err="1" smtClean="0"/>
              <a:t>Source</a:t>
            </a:r>
            <a:r>
              <a:rPr lang="es-MX" dirty="0" smtClean="0"/>
              <a:t> </a:t>
            </a:r>
            <a:r>
              <a:rPr lang="es-MX" dirty="0" err="1" smtClean="0"/>
              <a:t>awk</a:t>
            </a:r>
            <a:r>
              <a:rPr lang="es-MX" dirty="0" smtClean="0"/>
              <a:t> que se encuentra en el sitio de Sara Méndez, realizar la separación del archivo  </a:t>
            </a:r>
            <a:r>
              <a:rPr lang="es-MX" dirty="0" err="1"/>
              <a:t>C</a:t>
            </a:r>
            <a:r>
              <a:rPr lang="es-MX" dirty="0" err="1" smtClean="0"/>
              <a:t>alc</a:t>
            </a:r>
            <a:r>
              <a:rPr lang="es-MX" dirty="0" smtClean="0"/>
              <a:t>. y realizar autómata, BNF y árbol sintáctico del comportamiento de cada uno de las calculadoras.</a:t>
            </a:r>
            <a:endParaRPr lang="es-MX" dirty="0"/>
          </a:p>
        </p:txBody>
      </p:sp>
    </p:spTree>
    <p:extLst>
      <p:ext uri="{BB962C8B-B14F-4D97-AF65-F5344CB8AC3E}">
        <p14:creationId xmlns:p14="http://schemas.microsoft.com/office/powerpoint/2010/main" val="3774162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smtClean="0"/>
              <a:t>Practica 5 Intérprete </a:t>
            </a:r>
            <a:r>
              <a:rPr lang="es-MX" dirty="0" err="1" smtClean="0"/>
              <a:t>awk</a:t>
            </a:r>
            <a:r>
              <a:rPr lang="es-MX" dirty="0" smtClean="0"/>
              <a:t> para el MS-DOS (LENGUAGE.TXT)</a:t>
            </a:r>
            <a:endParaRPr lang="es-MX" dirty="0"/>
          </a:p>
        </p:txBody>
      </p:sp>
      <p:sp>
        <p:nvSpPr>
          <p:cNvPr id="3" name="2 Marcador de contenido"/>
          <p:cNvSpPr>
            <a:spLocks noGrp="1"/>
          </p:cNvSpPr>
          <p:nvPr>
            <p:ph sz="quarter" idx="1"/>
          </p:nvPr>
        </p:nvSpPr>
        <p:spPr/>
        <p:txBody>
          <a:bodyPr/>
          <a:lstStyle/>
          <a:p>
            <a:r>
              <a:rPr lang="es-MX" dirty="0" smtClean="0"/>
              <a:t>Objetivo: En 50 minutos máximo.</a:t>
            </a:r>
          </a:p>
          <a:p>
            <a:pPr marL="0" indent="0">
              <a:buNone/>
            </a:pPr>
            <a:r>
              <a:rPr lang="es-MX" dirty="0" smtClean="0"/>
              <a:t>Utilizar una herramienta intérprete desarrollada en lenguaje C para procesamiento de expresiones regulares en comandos de UNIX llamado AWK.</a:t>
            </a:r>
          </a:p>
          <a:p>
            <a:endParaRPr lang="es-MX" dirty="0"/>
          </a:p>
        </p:txBody>
      </p:sp>
    </p:spTree>
    <p:extLst>
      <p:ext uri="{BB962C8B-B14F-4D97-AF65-F5344CB8AC3E}">
        <p14:creationId xmlns:p14="http://schemas.microsoft.com/office/powerpoint/2010/main" val="25579766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smtClean="0"/>
              <a:t>Practica 6 Ensamblador</a:t>
            </a:r>
            <a:endParaRPr lang="es-MX" dirty="0"/>
          </a:p>
        </p:txBody>
      </p:sp>
      <p:sp>
        <p:nvSpPr>
          <p:cNvPr id="3" name="2 Marcador de contenido"/>
          <p:cNvSpPr>
            <a:spLocks noGrp="1"/>
          </p:cNvSpPr>
          <p:nvPr>
            <p:ph sz="quarter" idx="1"/>
          </p:nvPr>
        </p:nvSpPr>
        <p:spPr/>
        <p:txBody>
          <a:bodyPr>
            <a:normAutofit fontScale="92500" lnSpcReduction="10000"/>
          </a:bodyPr>
          <a:lstStyle/>
          <a:p>
            <a:r>
              <a:rPr lang="es-MX" dirty="0" smtClean="0"/>
              <a:t>INSTRUCCIONES GENERALES: Analice el código en </a:t>
            </a:r>
            <a:r>
              <a:rPr lang="es-MX" dirty="0" err="1" smtClean="0"/>
              <a:t>awk</a:t>
            </a:r>
            <a:r>
              <a:rPr lang="es-MX" dirty="0" smtClean="0"/>
              <a:t> del programa ASM, para documentarlo de forma externa, empleando un procesador de texto o un editor o </a:t>
            </a:r>
            <a:r>
              <a:rPr lang="es-MX" dirty="0" err="1" smtClean="0"/>
              <a:t>power</a:t>
            </a:r>
            <a:r>
              <a:rPr lang="es-MX" dirty="0" smtClean="0"/>
              <a:t> </a:t>
            </a:r>
            <a:r>
              <a:rPr lang="es-MX" dirty="0" err="1" smtClean="0"/>
              <a:t>point</a:t>
            </a:r>
            <a:r>
              <a:rPr lang="es-MX" dirty="0" smtClean="0"/>
              <a:t> o cualquier otro CASE. Desarrolle lo que se solicita en los PASOS 1, 2, 3, 4 y 5.</a:t>
            </a:r>
          </a:p>
          <a:p>
            <a:endParaRPr lang="es-MX" dirty="0" smtClean="0"/>
          </a:p>
          <a:p>
            <a:r>
              <a:rPr lang="es-MX" dirty="0" smtClean="0"/>
              <a:t>OBJETIVO: Elaborar la documentación básica del código en AWK de un analizador léxico, sintáctico y semántico de un lenguaje simplificado de un emulador de ensamblador de tipo intérprete de sólo once instrucciones. ¿Qué tipo de gramática define? RPN con implementación de una pila de datos con un “</a:t>
            </a:r>
            <a:r>
              <a:rPr lang="es-MX" dirty="0" err="1" smtClean="0"/>
              <a:t>parseo</a:t>
            </a:r>
            <a:r>
              <a:rPr lang="es-MX" dirty="0" smtClean="0"/>
              <a:t>” recursivo por la derecha para sumar y restar números enteros positivos o negativos.</a:t>
            </a:r>
            <a:endParaRPr lang="es-MX" dirty="0"/>
          </a:p>
        </p:txBody>
      </p:sp>
    </p:spTree>
    <p:extLst>
      <p:ext uri="{BB962C8B-B14F-4D97-AF65-F5344CB8AC3E}">
        <p14:creationId xmlns:p14="http://schemas.microsoft.com/office/powerpoint/2010/main" val="3566980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t>Practica 7 </a:t>
            </a:r>
            <a:r>
              <a:rPr lang="es-MX" dirty="0" err="1" smtClean="0"/>
              <a:t>Graph</a:t>
            </a:r>
            <a:endParaRPr lang="es-MX" dirty="0"/>
          </a:p>
        </p:txBody>
      </p:sp>
      <p:sp>
        <p:nvSpPr>
          <p:cNvPr id="3" name="2 Marcador de contenido"/>
          <p:cNvSpPr>
            <a:spLocks noGrp="1"/>
          </p:cNvSpPr>
          <p:nvPr>
            <p:ph sz="quarter" idx="1"/>
          </p:nvPr>
        </p:nvSpPr>
        <p:spPr/>
        <p:txBody>
          <a:bodyPr/>
          <a:lstStyle/>
          <a:p>
            <a:r>
              <a:rPr lang="es-MX" dirty="0" smtClean="0"/>
              <a:t>Este es el problema </a:t>
            </a:r>
          </a:p>
          <a:p>
            <a:r>
              <a:rPr lang="es-MX" dirty="0" smtClean="0"/>
              <a:t>Ud. Se encuentra trabajando para una compañía desarrolladora de </a:t>
            </a:r>
            <a:r>
              <a:rPr lang="es-MX" dirty="0" err="1" smtClean="0"/>
              <a:t>sw</a:t>
            </a:r>
            <a:r>
              <a:rPr lang="es-MX" dirty="0" smtClean="0"/>
              <a:t> a la medida. Su jefe se acaba de enterar que esta llevando la materia de compiladores y decide que es la persona ideal para el proyecto de uno de sus principales clientes…..</a:t>
            </a:r>
            <a:endParaRPr lang="es-MX" dirty="0"/>
          </a:p>
        </p:txBody>
      </p:sp>
    </p:spTree>
    <p:extLst>
      <p:ext uri="{BB962C8B-B14F-4D97-AF65-F5344CB8AC3E}">
        <p14:creationId xmlns:p14="http://schemas.microsoft.com/office/powerpoint/2010/main" val="9870120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t>Practica 8</a:t>
            </a:r>
            <a:endParaRPr lang="es-MX" dirty="0"/>
          </a:p>
        </p:txBody>
      </p:sp>
      <p:sp>
        <p:nvSpPr>
          <p:cNvPr id="3" name="2 Marcador de contenido"/>
          <p:cNvSpPr>
            <a:spLocks noGrp="1"/>
          </p:cNvSpPr>
          <p:nvPr>
            <p:ph sz="quarter" idx="1"/>
          </p:nvPr>
        </p:nvSpPr>
        <p:spPr/>
        <p:txBody>
          <a:bodyPr/>
          <a:lstStyle/>
          <a:p>
            <a:r>
              <a:rPr lang="es-MX" dirty="0" smtClean="0"/>
              <a:t>Documentación del código de utilizado para la resolución del caso problema. (</a:t>
            </a:r>
            <a:r>
              <a:rPr lang="es-MX" dirty="0" err="1" smtClean="0"/>
              <a:t>Graph</a:t>
            </a:r>
            <a:r>
              <a:rPr lang="es-MX" dirty="0" smtClean="0"/>
              <a:t>)</a:t>
            </a:r>
            <a:endParaRPr lang="es-MX" dirty="0"/>
          </a:p>
        </p:txBody>
      </p:sp>
    </p:spTree>
    <p:extLst>
      <p:ext uri="{BB962C8B-B14F-4D97-AF65-F5344CB8AC3E}">
        <p14:creationId xmlns:p14="http://schemas.microsoft.com/office/powerpoint/2010/main" val="9542553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147248" cy="1143000"/>
          </a:xfrm>
        </p:spPr>
        <p:txBody>
          <a:bodyPr>
            <a:normAutofit fontScale="90000"/>
          </a:bodyPr>
          <a:lstStyle/>
          <a:p>
            <a:r>
              <a:rPr lang="es-MX" dirty="0" smtClean="0"/>
              <a:t>Practica 9 Codificación de una calculadora CIENTIFICA CON NOTACIÓN CIENTIFICA</a:t>
            </a:r>
            <a:endParaRPr lang="es-MX" dirty="0"/>
          </a:p>
        </p:txBody>
      </p:sp>
      <p:sp>
        <p:nvSpPr>
          <p:cNvPr id="3" name="2 Marcador de contenido"/>
          <p:cNvSpPr>
            <a:spLocks noGrp="1"/>
          </p:cNvSpPr>
          <p:nvPr>
            <p:ph sz="quarter" idx="1"/>
          </p:nvPr>
        </p:nvSpPr>
        <p:spPr/>
        <p:txBody>
          <a:bodyPr/>
          <a:lstStyle/>
          <a:p>
            <a:r>
              <a:rPr lang="es-MX" dirty="0" smtClean="0"/>
              <a:t>En cualquier lenguaje, realizar el código de una calculadora científica.</a:t>
            </a:r>
          </a:p>
          <a:p>
            <a:r>
              <a:rPr lang="es-MX" dirty="0" smtClean="0"/>
              <a:t>Anteriormente ya se había descrito su funcionamiento.</a:t>
            </a:r>
          </a:p>
          <a:p>
            <a:endParaRPr lang="es-MX" dirty="0"/>
          </a:p>
        </p:txBody>
      </p:sp>
    </p:spTree>
    <p:extLst>
      <p:ext uri="{BB962C8B-B14F-4D97-AF65-F5344CB8AC3E}">
        <p14:creationId xmlns:p14="http://schemas.microsoft.com/office/powerpoint/2010/main" val="8035934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147248" cy="1143000"/>
          </a:xfrm>
        </p:spPr>
        <p:txBody>
          <a:bodyPr>
            <a:normAutofit/>
          </a:bodyPr>
          <a:lstStyle/>
          <a:p>
            <a:r>
              <a:rPr lang="es-MX" dirty="0" smtClean="0"/>
              <a:t>Practica 10 Reto de eliminar comentarios</a:t>
            </a:r>
            <a:endParaRPr lang="es-MX" dirty="0"/>
          </a:p>
        </p:txBody>
      </p:sp>
      <p:sp>
        <p:nvSpPr>
          <p:cNvPr id="3" name="2 Marcador de contenido"/>
          <p:cNvSpPr>
            <a:spLocks noGrp="1"/>
          </p:cNvSpPr>
          <p:nvPr>
            <p:ph sz="quarter" idx="1"/>
          </p:nvPr>
        </p:nvSpPr>
        <p:spPr/>
        <p:txBody>
          <a:bodyPr/>
          <a:lstStyle/>
          <a:p>
            <a:r>
              <a:rPr lang="es-MX" dirty="0" smtClean="0"/>
              <a:t>OBJETIVO: En máximo una hora eliminar los comentarios con formato de inicio /* y final */ en el lenguaje de </a:t>
            </a:r>
            <a:r>
              <a:rPr lang="es-MX" smtClean="0"/>
              <a:t>su elección</a:t>
            </a:r>
            <a:r>
              <a:rPr lang="es-MX" dirty="0" smtClean="0"/>
              <a:t>.</a:t>
            </a:r>
            <a:endParaRPr lang="es-MX" dirty="0"/>
          </a:p>
        </p:txBody>
      </p:sp>
    </p:spTree>
    <p:extLst>
      <p:ext uri="{BB962C8B-B14F-4D97-AF65-F5344CB8AC3E}">
        <p14:creationId xmlns:p14="http://schemas.microsoft.com/office/powerpoint/2010/main" val="320147528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irador">
  <a:themeElements>
    <a:clrScheme name="Mirador">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irador">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508</TotalTime>
  <Words>651</Words>
  <Application>Microsoft Office PowerPoint</Application>
  <PresentationFormat>Presentación en pantalla (4:3)</PresentationFormat>
  <Paragraphs>59</Paragraphs>
  <Slides>12</Slides>
  <Notes>0</Notes>
  <HiddenSlides>0</HiddenSlides>
  <MMClips>0</MMClips>
  <ScaleCrop>false</ScaleCrop>
  <HeadingPairs>
    <vt:vector size="4" baseType="variant">
      <vt:variant>
        <vt:lpstr>Tema</vt:lpstr>
      </vt:variant>
      <vt:variant>
        <vt:i4>1</vt:i4>
      </vt:variant>
      <vt:variant>
        <vt:lpstr>Títulos de diapositiva</vt:lpstr>
      </vt:variant>
      <vt:variant>
        <vt:i4>12</vt:i4>
      </vt:variant>
    </vt:vector>
  </HeadingPairs>
  <TitlesOfParts>
    <vt:vector size="13" baseType="lpstr">
      <vt:lpstr>Mirador</vt:lpstr>
      <vt:lpstr>Practicas de Teoría de LENGUAJES Y Compiladores </vt:lpstr>
      <vt:lpstr>Practica 1 “MS-DOS”</vt:lpstr>
      <vt:lpstr>Práctica  2 en AWK </vt:lpstr>
      <vt:lpstr>Practica 3 AWK </vt:lpstr>
      <vt:lpstr>Presentación de PowerPoint</vt:lpstr>
      <vt:lpstr>Practica 4 Calculadoras</vt:lpstr>
      <vt:lpstr>Practica 5 Intérprete awk para el MS-DOS (LENGUAGE.TXT)</vt:lpstr>
      <vt:lpstr>Practica 6 Ensamblador</vt:lpstr>
      <vt:lpstr>Practica 7 Graph</vt:lpstr>
      <vt:lpstr>Practica 8</vt:lpstr>
      <vt:lpstr>Practica 9 Codificación de una calculadora CIENTIFICA CON NOTACIÓN CIENTIFICA</vt:lpstr>
      <vt:lpstr>Practica 10 Reto de eliminar comentarios</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Escarleth Ibarra</dc:creator>
  <cp:lastModifiedBy>SARA</cp:lastModifiedBy>
  <cp:revision>14</cp:revision>
  <dcterms:created xsi:type="dcterms:W3CDTF">2016-12-01T23:44:19Z</dcterms:created>
  <dcterms:modified xsi:type="dcterms:W3CDTF">2016-12-09T17:27:24Z</dcterms:modified>
</cp:coreProperties>
</file>