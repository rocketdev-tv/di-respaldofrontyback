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1.xml" ContentType="application/vnd.openxmlformats-officedocument.themeOverride+xml"/>
  <Override PartName="/ppt/theme/themeOverride2.xml" ContentType="application/vnd.openxmlformats-officedocument.themeOverr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7" r:id="rId2"/>
    <p:sldId id="256" r:id="rId3"/>
    <p:sldId id="258" r:id="rId4"/>
    <p:sldId id="259" r:id="rId5"/>
    <p:sldId id="261" r:id="rId6"/>
    <p:sldId id="262" r:id="rId7"/>
    <p:sldId id="260" r:id="rId8"/>
    <p:sldId id="263" r:id="rId9"/>
    <p:sldId id="264" r:id="rId10"/>
    <p:sldId id="265" r:id="rId11"/>
    <p:sldId id="266" r:id="rId12"/>
    <p:sldId id="267" r:id="rId13"/>
    <p:sldId id="268" r:id="rId14"/>
    <p:sldId id="269" r:id="rId15"/>
    <p:sldId id="271" r:id="rId16"/>
    <p:sldId id="270" r:id="rId17"/>
    <p:sldId id="272" r:id="rId18"/>
    <p:sldId id="273" r:id="rId19"/>
    <p:sldId id="274" r:id="rId20"/>
    <p:sldId id="275" r:id="rId21"/>
    <p:sldId id="276" r:id="rId22"/>
    <p:sldId id="277" r:id="rId23"/>
    <p:sldId id="279" r:id="rId24"/>
    <p:sldId id="280" r:id="rId25"/>
    <p:sldId id="283" r:id="rId26"/>
    <p:sldId id="284" r:id="rId27"/>
    <p:sldId id="282"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278" r:id="rId63"/>
    <p:sldId id="281" r:id="rId64"/>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D113A9D2-9D6B-4929-AA2D-F23B5EE8CBE7}" styleName="Estilo temático 2 - Énfasis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06799F8-075E-4A3A-A7F6-7FBC6576F1A4}" styleName="Estilo temático 2 - Énfasis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2DE63D5-997A-4646-A377-4702673A728D}" styleName="Estilo claro 2 - Acento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Estilo claro 2 - Acento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4660" autoAdjust="0"/>
  </p:normalViewPr>
  <p:slideViewPr>
    <p:cSldViewPr>
      <p:cViewPr>
        <p:scale>
          <a:sx n="66" d="100"/>
          <a:sy n="66" d="100"/>
        </p:scale>
        <p:origin x="-1506" y="-270"/>
      </p:cViewPr>
      <p:guideLst>
        <p:guide orient="horz" pos="2160"/>
        <p:guide pos="2880"/>
      </p:guideLst>
    </p:cSldViewPr>
  </p:slideViewPr>
  <p:outlineViewPr>
    <p:cViewPr>
      <p:scale>
        <a:sx n="33" d="100"/>
        <a:sy n="33" d="100"/>
      </p:scale>
      <p:origin x="0" y="32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iagrams/_rels/data1.xml.rels><?xml version="1.0" encoding="UTF-8" standalone="yes"?>
<Relationships xmlns="http://schemas.openxmlformats.org/package/2006/relationships"><Relationship Id="rId1" Type="http://schemas.openxmlformats.org/officeDocument/2006/relationships/image" Target="../media/image5.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5.jpe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1EBF1B-A078-4471-A1C6-5D6B148B4BF4}" type="doc">
      <dgm:prSet loTypeId="urn:microsoft.com/office/officeart/2005/8/layout/matrix1" loCatId="matrix" qsTypeId="urn:microsoft.com/office/officeart/2005/8/quickstyle/3d4" qsCatId="3D" csTypeId="urn:microsoft.com/office/officeart/2005/8/colors/colorful4" csCatId="colorful" phldr="1"/>
      <dgm:spPr/>
      <dgm:t>
        <a:bodyPr/>
        <a:lstStyle/>
        <a:p>
          <a:endParaRPr lang="es-MX"/>
        </a:p>
      </dgm:t>
    </dgm:pt>
    <dgm:pt modelId="{3AB0E03F-7A06-4E4E-A9C7-0CF192DDEE1E}">
      <dgm:prSet phldrT="[Texto]"/>
      <dgm:spPr>
        <a:blipFill rotWithShape="0">
          <a:blip xmlns:r="http://schemas.openxmlformats.org/officeDocument/2006/relationships" r:embed="rId1"/>
          <a:stretch>
            <a:fillRect/>
          </a:stretch>
        </a:blipFill>
      </dgm:spPr>
      <dgm:t>
        <a:bodyPr/>
        <a:lstStyle/>
        <a:p>
          <a:r>
            <a:rPr lang="es-MX" b="1" dirty="0" smtClean="0">
              <a:solidFill>
                <a:schemeClr val="bg1"/>
              </a:solidFill>
            </a:rPr>
            <a:t>Introducción</a:t>
          </a:r>
          <a:endParaRPr lang="es-MX" b="1" dirty="0">
            <a:solidFill>
              <a:schemeClr val="bg1"/>
            </a:solidFill>
          </a:endParaRPr>
        </a:p>
      </dgm:t>
    </dgm:pt>
    <dgm:pt modelId="{10C02094-2638-4EC8-A02E-9671B8E77399}" type="parTrans" cxnId="{81745258-D018-420F-B13E-C5F12C30EF08}">
      <dgm:prSet/>
      <dgm:spPr/>
      <dgm:t>
        <a:bodyPr/>
        <a:lstStyle/>
        <a:p>
          <a:endParaRPr lang="es-MX"/>
        </a:p>
      </dgm:t>
    </dgm:pt>
    <dgm:pt modelId="{EDEA91F9-B286-4375-AB94-AE65C108EBA9}" type="sibTrans" cxnId="{81745258-D018-420F-B13E-C5F12C30EF08}">
      <dgm:prSet/>
      <dgm:spPr/>
      <dgm:t>
        <a:bodyPr/>
        <a:lstStyle/>
        <a:p>
          <a:endParaRPr lang="es-MX"/>
        </a:p>
      </dgm:t>
    </dgm:pt>
    <dgm:pt modelId="{2D8F2DD4-2AB4-42B4-9F36-9ED211FB0652}">
      <dgm:prSet phldrT="[Texto]"/>
      <dgm:spPr/>
      <dgm:t>
        <a:bodyPr/>
        <a:lstStyle/>
        <a:p>
          <a:r>
            <a:rPr lang="es-MX" b="1" dirty="0" smtClean="0">
              <a:solidFill>
                <a:schemeClr val="bg1"/>
              </a:solidFill>
            </a:rPr>
            <a:t>N. Chomsky estudio gramáticas relacionadas con los autómatas abstractos </a:t>
          </a:r>
          <a:endParaRPr lang="es-MX" b="1" dirty="0">
            <a:solidFill>
              <a:schemeClr val="bg1"/>
            </a:solidFill>
          </a:endParaRPr>
        </a:p>
      </dgm:t>
    </dgm:pt>
    <dgm:pt modelId="{13F8774D-F705-4E63-8769-A3DD3DE3D893}" type="parTrans" cxnId="{45922D76-DFE0-4085-8A5E-01362608C863}">
      <dgm:prSet/>
      <dgm:spPr/>
      <dgm:t>
        <a:bodyPr/>
        <a:lstStyle/>
        <a:p>
          <a:endParaRPr lang="es-MX"/>
        </a:p>
      </dgm:t>
    </dgm:pt>
    <dgm:pt modelId="{86C0DA17-E346-4977-BF43-860D23085B7C}" type="sibTrans" cxnId="{45922D76-DFE0-4085-8A5E-01362608C863}">
      <dgm:prSet/>
      <dgm:spPr/>
      <dgm:t>
        <a:bodyPr/>
        <a:lstStyle/>
        <a:p>
          <a:endParaRPr lang="es-MX"/>
        </a:p>
      </dgm:t>
    </dgm:pt>
    <dgm:pt modelId="{4C944B0F-2716-4C8A-AD34-FB93AEAFD351}">
      <dgm:prSet phldrT="[Texto]"/>
      <dgm:spPr/>
      <dgm:t>
        <a:bodyPr/>
        <a:lstStyle/>
        <a:p>
          <a:r>
            <a:rPr lang="es-MX" b="1" dirty="0" smtClean="0">
              <a:solidFill>
                <a:schemeClr val="bg1"/>
              </a:solidFill>
            </a:rPr>
            <a:t>Sirven como base de algunos componentes de software como son los compiladores.</a:t>
          </a:r>
          <a:endParaRPr lang="es-MX" b="1" dirty="0">
            <a:solidFill>
              <a:schemeClr val="bg1"/>
            </a:solidFill>
          </a:endParaRPr>
        </a:p>
      </dgm:t>
    </dgm:pt>
    <dgm:pt modelId="{393BEFDB-4D1A-4D0C-8B17-3F3D11F998AF}" type="parTrans" cxnId="{1A9EFC88-2222-48E7-B4B4-29EA164BE066}">
      <dgm:prSet/>
      <dgm:spPr/>
      <dgm:t>
        <a:bodyPr/>
        <a:lstStyle/>
        <a:p>
          <a:endParaRPr lang="es-MX"/>
        </a:p>
      </dgm:t>
    </dgm:pt>
    <dgm:pt modelId="{7CC7E761-BF67-4F2F-B74C-9F149A8C3753}" type="sibTrans" cxnId="{1A9EFC88-2222-48E7-B4B4-29EA164BE066}">
      <dgm:prSet/>
      <dgm:spPr/>
      <dgm:t>
        <a:bodyPr/>
        <a:lstStyle/>
        <a:p>
          <a:endParaRPr lang="es-MX"/>
        </a:p>
      </dgm:t>
    </dgm:pt>
    <dgm:pt modelId="{1635868D-0D29-43AA-A0A6-11799190D290}">
      <dgm:prSet phldrT="[Texto]"/>
      <dgm:spPr/>
      <dgm:t>
        <a:bodyPr/>
        <a:lstStyle/>
        <a:p>
          <a:r>
            <a:rPr lang="es-MX" b="1" dirty="0" smtClean="0">
              <a:solidFill>
                <a:schemeClr val="bg1"/>
              </a:solidFill>
            </a:rPr>
            <a:t>Son un método recursivo sencillo de especificación de reglas gramaticales con las que se pueden generar cadenas de un lenguaje.</a:t>
          </a:r>
          <a:endParaRPr lang="es-MX" b="1" dirty="0">
            <a:solidFill>
              <a:schemeClr val="bg1"/>
            </a:solidFill>
          </a:endParaRPr>
        </a:p>
      </dgm:t>
    </dgm:pt>
    <dgm:pt modelId="{B8ED4D23-D5CE-44A6-805C-5C3C6840DF74}" type="parTrans" cxnId="{94E5CF63-924C-47B7-90E6-372A066E4631}">
      <dgm:prSet/>
      <dgm:spPr/>
      <dgm:t>
        <a:bodyPr/>
        <a:lstStyle/>
        <a:p>
          <a:endParaRPr lang="es-MX"/>
        </a:p>
      </dgm:t>
    </dgm:pt>
    <dgm:pt modelId="{661266E2-1266-43C7-8D88-527B27E5CB4F}" type="sibTrans" cxnId="{94E5CF63-924C-47B7-90E6-372A066E4631}">
      <dgm:prSet/>
      <dgm:spPr/>
      <dgm:t>
        <a:bodyPr/>
        <a:lstStyle/>
        <a:p>
          <a:endParaRPr lang="es-MX"/>
        </a:p>
      </dgm:t>
    </dgm:pt>
    <dgm:pt modelId="{E07D2D5B-3EC7-42CB-86C9-ED49CB9EB762}">
      <dgm:prSet phldrT="[Texto]"/>
      <dgm:spPr/>
      <dgm:t>
        <a:bodyPr/>
        <a:lstStyle/>
        <a:p>
          <a:r>
            <a:rPr lang="es-MX" b="1" dirty="0" smtClean="0">
              <a:solidFill>
                <a:schemeClr val="bg1"/>
              </a:solidFill>
            </a:rPr>
            <a:t>Permiten que la sintaxis tenga variedad y refinamientos mayores que los realizados con los lenguajes regulares</a:t>
          </a:r>
          <a:endParaRPr lang="es-MX" b="1" dirty="0">
            <a:solidFill>
              <a:schemeClr val="bg1"/>
            </a:solidFill>
          </a:endParaRPr>
        </a:p>
      </dgm:t>
    </dgm:pt>
    <dgm:pt modelId="{BEB108D4-BA1C-4F51-8D05-DDEF11C3A178}" type="parTrans" cxnId="{D3E76FD2-C151-42C4-AE91-5390B8639695}">
      <dgm:prSet/>
      <dgm:spPr/>
      <dgm:t>
        <a:bodyPr/>
        <a:lstStyle/>
        <a:p>
          <a:endParaRPr lang="es-MX"/>
        </a:p>
      </dgm:t>
    </dgm:pt>
    <dgm:pt modelId="{BE0C5EE2-C7C1-455F-BF92-E2470A2BAC8F}" type="sibTrans" cxnId="{D3E76FD2-C151-42C4-AE91-5390B8639695}">
      <dgm:prSet/>
      <dgm:spPr/>
      <dgm:t>
        <a:bodyPr/>
        <a:lstStyle/>
        <a:p>
          <a:endParaRPr lang="es-MX"/>
        </a:p>
      </dgm:t>
    </dgm:pt>
    <dgm:pt modelId="{990323B2-AC91-49C3-87DD-488BC37B8A28}" type="pres">
      <dgm:prSet presAssocID="{541EBF1B-A078-4471-A1C6-5D6B148B4BF4}" presName="diagram" presStyleCnt="0">
        <dgm:presLayoutVars>
          <dgm:chMax val="1"/>
          <dgm:dir/>
          <dgm:animLvl val="ctr"/>
          <dgm:resizeHandles val="exact"/>
        </dgm:presLayoutVars>
      </dgm:prSet>
      <dgm:spPr/>
      <dgm:t>
        <a:bodyPr/>
        <a:lstStyle/>
        <a:p>
          <a:endParaRPr lang="es-MX"/>
        </a:p>
      </dgm:t>
    </dgm:pt>
    <dgm:pt modelId="{177A44CD-1DBE-43E8-AD89-9759DE053D90}" type="pres">
      <dgm:prSet presAssocID="{541EBF1B-A078-4471-A1C6-5D6B148B4BF4}" presName="matrix" presStyleCnt="0"/>
      <dgm:spPr/>
    </dgm:pt>
    <dgm:pt modelId="{DBABF403-FA3B-45FC-A1D4-E96F2AAE899C}" type="pres">
      <dgm:prSet presAssocID="{541EBF1B-A078-4471-A1C6-5D6B148B4BF4}" presName="tile1" presStyleLbl="node1" presStyleIdx="0" presStyleCnt="4"/>
      <dgm:spPr/>
      <dgm:t>
        <a:bodyPr/>
        <a:lstStyle/>
        <a:p>
          <a:endParaRPr lang="es-MX"/>
        </a:p>
      </dgm:t>
    </dgm:pt>
    <dgm:pt modelId="{A963920F-1B1F-496F-8C62-0678E91FD164}" type="pres">
      <dgm:prSet presAssocID="{541EBF1B-A078-4471-A1C6-5D6B148B4BF4}" presName="tile1text" presStyleLbl="node1" presStyleIdx="0" presStyleCnt="4">
        <dgm:presLayoutVars>
          <dgm:chMax val="0"/>
          <dgm:chPref val="0"/>
          <dgm:bulletEnabled val="1"/>
        </dgm:presLayoutVars>
      </dgm:prSet>
      <dgm:spPr/>
      <dgm:t>
        <a:bodyPr/>
        <a:lstStyle/>
        <a:p>
          <a:endParaRPr lang="es-MX"/>
        </a:p>
      </dgm:t>
    </dgm:pt>
    <dgm:pt modelId="{4D5B053C-F905-487A-A4F6-D4E2024CF749}" type="pres">
      <dgm:prSet presAssocID="{541EBF1B-A078-4471-A1C6-5D6B148B4BF4}" presName="tile2" presStyleLbl="node1" presStyleIdx="1" presStyleCnt="4"/>
      <dgm:spPr/>
      <dgm:t>
        <a:bodyPr/>
        <a:lstStyle/>
        <a:p>
          <a:endParaRPr lang="es-MX"/>
        </a:p>
      </dgm:t>
    </dgm:pt>
    <dgm:pt modelId="{0F0F41CC-D5A2-4825-9CBC-0A082382FC42}" type="pres">
      <dgm:prSet presAssocID="{541EBF1B-A078-4471-A1C6-5D6B148B4BF4}" presName="tile2text" presStyleLbl="node1" presStyleIdx="1" presStyleCnt="4">
        <dgm:presLayoutVars>
          <dgm:chMax val="0"/>
          <dgm:chPref val="0"/>
          <dgm:bulletEnabled val="1"/>
        </dgm:presLayoutVars>
      </dgm:prSet>
      <dgm:spPr/>
      <dgm:t>
        <a:bodyPr/>
        <a:lstStyle/>
        <a:p>
          <a:endParaRPr lang="es-MX"/>
        </a:p>
      </dgm:t>
    </dgm:pt>
    <dgm:pt modelId="{92C078B8-EA94-4B7A-9AF4-61662F1B5408}" type="pres">
      <dgm:prSet presAssocID="{541EBF1B-A078-4471-A1C6-5D6B148B4BF4}" presName="tile3" presStyleLbl="node1" presStyleIdx="2" presStyleCnt="4"/>
      <dgm:spPr/>
      <dgm:t>
        <a:bodyPr/>
        <a:lstStyle/>
        <a:p>
          <a:endParaRPr lang="es-MX"/>
        </a:p>
      </dgm:t>
    </dgm:pt>
    <dgm:pt modelId="{B0A4EB4B-0582-47BF-BDC6-1DB857CEACD5}" type="pres">
      <dgm:prSet presAssocID="{541EBF1B-A078-4471-A1C6-5D6B148B4BF4}" presName="tile3text" presStyleLbl="node1" presStyleIdx="2" presStyleCnt="4">
        <dgm:presLayoutVars>
          <dgm:chMax val="0"/>
          <dgm:chPref val="0"/>
          <dgm:bulletEnabled val="1"/>
        </dgm:presLayoutVars>
      </dgm:prSet>
      <dgm:spPr/>
      <dgm:t>
        <a:bodyPr/>
        <a:lstStyle/>
        <a:p>
          <a:endParaRPr lang="es-MX"/>
        </a:p>
      </dgm:t>
    </dgm:pt>
    <dgm:pt modelId="{32B33AAE-1B80-4BFF-BD3B-FF769284D6B3}" type="pres">
      <dgm:prSet presAssocID="{541EBF1B-A078-4471-A1C6-5D6B148B4BF4}" presName="tile4" presStyleLbl="node1" presStyleIdx="3" presStyleCnt="4"/>
      <dgm:spPr/>
      <dgm:t>
        <a:bodyPr/>
        <a:lstStyle/>
        <a:p>
          <a:endParaRPr lang="es-MX"/>
        </a:p>
      </dgm:t>
    </dgm:pt>
    <dgm:pt modelId="{8CED155B-8DC3-41BB-8FE4-47E84E709891}" type="pres">
      <dgm:prSet presAssocID="{541EBF1B-A078-4471-A1C6-5D6B148B4BF4}" presName="tile4text" presStyleLbl="node1" presStyleIdx="3" presStyleCnt="4">
        <dgm:presLayoutVars>
          <dgm:chMax val="0"/>
          <dgm:chPref val="0"/>
          <dgm:bulletEnabled val="1"/>
        </dgm:presLayoutVars>
      </dgm:prSet>
      <dgm:spPr/>
      <dgm:t>
        <a:bodyPr/>
        <a:lstStyle/>
        <a:p>
          <a:endParaRPr lang="es-MX"/>
        </a:p>
      </dgm:t>
    </dgm:pt>
    <dgm:pt modelId="{8D143F59-93A4-4DB8-AEBA-45C1DD241DB5}" type="pres">
      <dgm:prSet presAssocID="{541EBF1B-A078-4471-A1C6-5D6B148B4BF4}" presName="centerTile" presStyleLbl="fgShp" presStyleIdx="0" presStyleCnt="1" custScaleX="83999" custScaleY="134398">
        <dgm:presLayoutVars>
          <dgm:chMax val="0"/>
          <dgm:chPref val="0"/>
        </dgm:presLayoutVars>
      </dgm:prSet>
      <dgm:spPr/>
      <dgm:t>
        <a:bodyPr/>
        <a:lstStyle/>
        <a:p>
          <a:endParaRPr lang="es-MX"/>
        </a:p>
      </dgm:t>
    </dgm:pt>
  </dgm:ptLst>
  <dgm:cxnLst>
    <dgm:cxn modelId="{81745258-D018-420F-B13E-C5F12C30EF08}" srcId="{541EBF1B-A078-4471-A1C6-5D6B148B4BF4}" destId="{3AB0E03F-7A06-4E4E-A9C7-0CF192DDEE1E}" srcOrd="0" destOrd="0" parTransId="{10C02094-2638-4EC8-A02E-9671B8E77399}" sibTransId="{EDEA91F9-B286-4375-AB94-AE65C108EBA9}"/>
    <dgm:cxn modelId="{BCCB7874-329D-4AF8-96BD-24AA19AA52CB}" type="presOf" srcId="{1635868D-0D29-43AA-A0A6-11799190D290}" destId="{92C078B8-EA94-4B7A-9AF4-61662F1B5408}" srcOrd="0" destOrd="0" presId="urn:microsoft.com/office/officeart/2005/8/layout/matrix1"/>
    <dgm:cxn modelId="{3740B4FA-158C-423B-9164-1561DC8E2166}" type="presOf" srcId="{1635868D-0D29-43AA-A0A6-11799190D290}" destId="{B0A4EB4B-0582-47BF-BDC6-1DB857CEACD5}" srcOrd="1" destOrd="0" presId="urn:microsoft.com/office/officeart/2005/8/layout/matrix1"/>
    <dgm:cxn modelId="{1A9EFC88-2222-48E7-B4B4-29EA164BE066}" srcId="{3AB0E03F-7A06-4E4E-A9C7-0CF192DDEE1E}" destId="{4C944B0F-2716-4C8A-AD34-FB93AEAFD351}" srcOrd="1" destOrd="0" parTransId="{393BEFDB-4D1A-4D0C-8B17-3F3D11F998AF}" sibTransId="{7CC7E761-BF67-4F2F-B74C-9F149A8C3753}"/>
    <dgm:cxn modelId="{BD937409-BEEF-4F35-80C0-BAA79C119EC5}" type="presOf" srcId="{2D8F2DD4-2AB4-42B4-9F36-9ED211FB0652}" destId="{DBABF403-FA3B-45FC-A1D4-E96F2AAE899C}" srcOrd="0" destOrd="0" presId="urn:microsoft.com/office/officeart/2005/8/layout/matrix1"/>
    <dgm:cxn modelId="{F0D37E34-C529-4BB6-B6F0-8B5397322FCC}" type="presOf" srcId="{2D8F2DD4-2AB4-42B4-9F36-9ED211FB0652}" destId="{A963920F-1B1F-496F-8C62-0678E91FD164}" srcOrd="1" destOrd="0" presId="urn:microsoft.com/office/officeart/2005/8/layout/matrix1"/>
    <dgm:cxn modelId="{E0A8A962-2271-46D6-968A-6CF18284608D}" type="presOf" srcId="{541EBF1B-A078-4471-A1C6-5D6B148B4BF4}" destId="{990323B2-AC91-49C3-87DD-488BC37B8A28}" srcOrd="0" destOrd="0" presId="urn:microsoft.com/office/officeart/2005/8/layout/matrix1"/>
    <dgm:cxn modelId="{C4EF4C31-BEB8-4C86-93C4-D2A111AA0247}" type="presOf" srcId="{E07D2D5B-3EC7-42CB-86C9-ED49CB9EB762}" destId="{8CED155B-8DC3-41BB-8FE4-47E84E709891}" srcOrd="1" destOrd="0" presId="urn:microsoft.com/office/officeart/2005/8/layout/matrix1"/>
    <dgm:cxn modelId="{45922D76-DFE0-4085-8A5E-01362608C863}" srcId="{3AB0E03F-7A06-4E4E-A9C7-0CF192DDEE1E}" destId="{2D8F2DD4-2AB4-42B4-9F36-9ED211FB0652}" srcOrd="0" destOrd="0" parTransId="{13F8774D-F705-4E63-8769-A3DD3DE3D893}" sibTransId="{86C0DA17-E346-4977-BF43-860D23085B7C}"/>
    <dgm:cxn modelId="{94E5CF63-924C-47B7-90E6-372A066E4631}" srcId="{3AB0E03F-7A06-4E4E-A9C7-0CF192DDEE1E}" destId="{1635868D-0D29-43AA-A0A6-11799190D290}" srcOrd="2" destOrd="0" parTransId="{B8ED4D23-D5CE-44A6-805C-5C3C6840DF74}" sibTransId="{661266E2-1266-43C7-8D88-527B27E5CB4F}"/>
    <dgm:cxn modelId="{61F420EC-185E-4FCB-B510-4D327CBC8EEE}" type="presOf" srcId="{4C944B0F-2716-4C8A-AD34-FB93AEAFD351}" destId="{0F0F41CC-D5A2-4825-9CBC-0A082382FC42}" srcOrd="1" destOrd="0" presId="urn:microsoft.com/office/officeart/2005/8/layout/matrix1"/>
    <dgm:cxn modelId="{C81F0B44-9EA8-417E-B9AE-73EB38C498F1}" type="presOf" srcId="{E07D2D5B-3EC7-42CB-86C9-ED49CB9EB762}" destId="{32B33AAE-1B80-4BFF-BD3B-FF769284D6B3}" srcOrd="0" destOrd="0" presId="urn:microsoft.com/office/officeart/2005/8/layout/matrix1"/>
    <dgm:cxn modelId="{D21A78AE-5A27-4DFF-AED0-B5A7B0470774}" type="presOf" srcId="{3AB0E03F-7A06-4E4E-A9C7-0CF192DDEE1E}" destId="{8D143F59-93A4-4DB8-AEBA-45C1DD241DB5}" srcOrd="0" destOrd="0" presId="urn:microsoft.com/office/officeart/2005/8/layout/matrix1"/>
    <dgm:cxn modelId="{43A38187-EF6B-4EBA-AF03-3CE5C9E2BE27}" type="presOf" srcId="{4C944B0F-2716-4C8A-AD34-FB93AEAFD351}" destId="{4D5B053C-F905-487A-A4F6-D4E2024CF749}" srcOrd="0" destOrd="0" presId="urn:microsoft.com/office/officeart/2005/8/layout/matrix1"/>
    <dgm:cxn modelId="{D3E76FD2-C151-42C4-AE91-5390B8639695}" srcId="{3AB0E03F-7A06-4E4E-A9C7-0CF192DDEE1E}" destId="{E07D2D5B-3EC7-42CB-86C9-ED49CB9EB762}" srcOrd="3" destOrd="0" parTransId="{BEB108D4-BA1C-4F51-8D05-DDEF11C3A178}" sibTransId="{BE0C5EE2-C7C1-455F-BF92-E2470A2BAC8F}"/>
    <dgm:cxn modelId="{5B5CDBB8-E431-47E7-8639-1DAC6AD4697A}" type="presParOf" srcId="{990323B2-AC91-49C3-87DD-488BC37B8A28}" destId="{177A44CD-1DBE-43E8-AD89-9759DE053D90}" srcOrd="0" destOrd="0" presId="urn:microsoft.com/office/officeart/2005/8/layout/matrix1"/>
    <dgm:cxn modelId="{A578A5BA-16A2-4AF3-A77C-BD27B6FB3111}" type="presParOf" srcId="{177A44CD-1DBE-43E8-AD89-9759DE053D90}" destId="{DBABF403-FA3B-45FC-A1D4-E96F2AAE899C}" srcOrd="0" destOrd="0" presId="urn:microsoft.com/office/officeart/2005/8/layout/matrix1"/>
    <dgm:cxn modelId="{F22C0307-A45F-4128-85C8-439C9B59CE1D}" type="presParOf" srcId="{177A44CD-1DBE-43E8-AD89-9759DE053D90}" destId="{A963920F-1B1F-496F-8C62-0678E91FD164}" srcOrd="1" destOrd="0" presId="urn:microsoft.com/office/officeart/2005/8/layout/matrix1"/>
    <dgm:cxn modelId="{5461BF70-6578-4867-A772-8B4BCBE153A8}" type="presParOf" srcId="{177A44CD-1DBE-43E8-AD89-9759DE053D90}" destId="{4D5B053C-F905-487A-A4F6-D4E2024CF749}" srcOrd="2" destOrd="0" presId="urn:microsoft.com/office/officeart/2005/8/layout/matrix1"/>
    <dgm:cxn modelId="{0002F542-E7F8-4720-8DFA-8A2A71E16D7F}" type="presParOf" srcId="{177A44CD-1DBE-43E8-AD89-9759DE053D90}" destId="{0F0F41CC-D5A2-4825-9CBC-0A082382FC42}" srcOrd="3" destOrd="0" presId="urn:microsoft.com/office/officeart/2005/8/layout/matrix1"/>
    <dgm:cxn modelId="{6DE510E4-9EDA-4BCD-BAF1-EFDD505DA566}" type="presParOf" srcId="{177A44CD-1DBE-43E8-AD89-9759DE053D90}" destId="{92C078B8-EA94-4B7A-9AF4-61662F1B5408}" srcOrd="4" destOrd="0" presId="urn:microsoft.com/office/officeart/2005/8/layout/matrix1"/>
    <dgm:cxn modelId="{61D718E3-676D-461D-897B-9CFDF9767B53}" type="presParOf" srcId="{177A44CD-1DBE-43E8-AD89-9759DE053D90}" destId="{B0A4EB4B-0582-47BF-BDC6-1DB857CEACD5}" srcOrd="5" destOrd="0" presId="urn:microsoft.com/office/officeart/2005/8/layout/matrix1"/>
    <dgm:cxn modelId="{6169F939-EAEA-432F-9B9B-6C9A88E97C56}" type="presParOf" srcId="{177A44CD-1DBE-43E8-AD89-9759DE053D90}" destId="{32B33AAE-1B80-4BFF-BD3B-FF769284D6B3}" srcOrd="6" destOrd="0" presId="urn:microsoft.com/office/officeart/2005/8/layout/matrix1"/>
    <dgm:cxn modelId="{EF784C0B-5117-486F-8060-1108C24998FB}" type="presParOf" srcId="{177A44CD-1DBE-43E8-AD89-9759DE053D90}" destId="{8CED155B-8DC3-41BB-8FE4-47E84E709891}" srcOrd="7" destOrd="0" presId="urn:microsoft.com/office/officeart/2005/8/layout/matrix1"/>
    <dgm:cxn modelId="{9B990C5A-15F9-4DF4-95B2-E47FE878CFD6}" type="presParOf" srcId="{990323B2-AC91-49C3-87DD-488BC37B8A28}" destId="{8D143F59-93A4-4DB8-AEBA-45C1DD241DB5}"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EA6BCB-0FB3-47C8-81CE-5E514765D212}" type="doc">
      <dgm:prSet loTypeId="urn:microsoft.com/office/officeart/2005/8/layout/venn2" loCatId="relationship" qsTypeId="urn:microsoft.com/office/officeart/2005/8/quickstyle/3d1" qsCatId="3D" csTypeId="urn:microsoft.com/office/officeart/2005/8/colors/colorful5" csCatId="colorful" phldr="1"/>
      <dgm:spPr/>
      <dgm:t>
        <a:bodyPr/>
        <a:lstStyle/>
        <a:p>
          <a:endParaRPr lang="es-MX"/>
        </a:p>
      </dgm:t>
    </dgm:pt>
    <dgm:pt modelId="{E175942A-A2FC-4FA5-A643-210CC39128FD}">
      <dgm:prSet phldrT="[Texto]" custT="1"/>
      <dgm:spPr>
        <a:xfrm>
          <a:off x="872636" y="0"/>
          <a:ext cx="2917162" cy="2917162"/>
        </a:xfrm>
        <a:prstGeom prst="ellipse">
          <a:avLst/>
        </a:prstGeom>
        <a:gradFill rotWithShape="0">
          <a:gsLst>
            <a:gs pos="0">
              <a:srgbClr val="4BACC6">
                <a:hueOff val="0"/>
                <a:satOff val="0"/>
                <a:lumOff val="0"/>
                <a:alphaOff val="0"/>
                <a:shade val="51000"/>
                <a:satMod val="130000"/>
              </a:srgbClr>
            </a:gs>
            <a:gs pos="80000">
              <a:srgbClr val="4BACC6">
                <a:hueOff val="0"/>
                <a:satOff val="0"/>
                <a:lumOff val="0"/>
                <a:alphaOff val="0"/>
                <a:shade val="93000"/>
                <a:satMod val="130000"/>
              </a:srgbClr>
            </a:gs>
            <a:gs pos="100000">
              <a:srgbClr val="4BACC6">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gm:spPr>
      <dgm:t>
        <a:bodyPr/>
        <a:lstStyle/>
        <a:p>
          <a:r>
            <a:rPr lang="es-MX" sz="1200" b="1" dirty="0">
              <a:solidFill>
                <a:sysClr val="windowText" lastClr="000000"/>
              </a:solidFill>
              <a:latin typeface="Calibri"/>
              <a:ea typeface="+mn-ea"/>
              <a:cs typeface="+mn-cs"/>
            </a:rPr>
            <a:t>TIPO 0</a:t>
          </a:r>
        </a:p>
      </dgm:t>
    </dgm:pt>
    <dgm:pt modelId="{4F707C6B-37FC-4712-9AEB-CA3C85FB981D}" type="parTrans" cxnId="{466EBB50-3FC5-4679-A671-21E247F3E763}">
      <dgm:prSet/>
      <dgm:spPr/>
      <dgm:t>
        <a:bodyPr/>
        <a:lstStyle/>
        <a:p>
          <a:endParaRPr lang="es-MX">
            <a:solidFill>
              <a:sysClr val="windowText" lastClr="000000"/>
            </a:solidFill>
          </a:endParaRPr>
        </a:p>
      </dgm:t>
    </dgm:pt>
    <dgm:pt modelId="{E3C99490-D6EF-459F-97A3-FD7F44245932}" type="sibTrans" cxnId="{466EBB50-3FC5-4679-A671-21E247F3E763}">
      <dgm:prSet/>
      <dgm:spPr/>
      <dgm:t>
        <a:bodyPr/>
        <a:lstStyle/>
        <a:p>
          <a:endParaRPr lang="es-MX">
            <a:solidFill>
              <a:sysClr val="windowText" lastClr="000000"/>
            </a:solidFill>
          </a:endParaRPr>
        </a:p>
      </dgm:t>
    </dgm:pt>
    <dgm:pt modelId="{96B20453-9729-4081-BD06-2E4C9B2B242B}">
      <dgm:prSet phldrT="[Texto]" custT="1"/>
      <dgm:spPr>
        <a:xfrm>
          <a:off x="1164352" y="583432"/>
          <a:ext cx="2333729" cy="2333729"/>
        </a:xfrm>
        <a:prstGeom prst="ellipse">
          <a:avLst/>
        </a:prstGeom>
        <a:gradFill rotWithShape="0">
          <a:gsLst>
            <a:gs pos="0">
              <a:srgbClr val="4BACC6">
                <a:hueOff val="-3311292"/>
                <a:satOff val="13270"/>
                <a:lumOff val="2876"/>
                <a:alphaOff val="0"/>
                <a:shade val="51000"/>
                <a:satMod val="130000"/>
              </a:srgbClr>
            </a:gs>
            <a:gs pos="80000">
              <a:srgbClr val="4BACC6">
                <a:hueOff val="-3311292"/>
                <a:satOff val="13270"/>
                <a:lumOff val="2876"/>
                <a:alphaOff val="0"/>
                <a:shade val="93000"/>
                <a:satMod val="130000"/>
              </a:srgbClr>
            </a:gs>
            <a:gs pos="100000">
              <a:srgbClr val="4BACC6">
                <a:hueOff val="-3311292"/>
                <a:satOff val="13270"/>
                <a:lumOff val="2876"/>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gm:spPr>
      <dgm:t>
        <a:bodyPr/>
        <a:lstStyle/>
        <a:p>
          <a:r>
            <a:rPr lang="es-MX" sz="1200" b="1" dirty="0">
              <a:solidFill>
                <a:sysClr val="windowText" lastClr="000000"/>
              </a:solidFill>
              <a:latin typeface="Calibri"/>
              <a:ea typeface="+mn-ea"/>
              <a:cs typeface="+mn-cs"/>
            </a:rPr>
            <a:t>TIPO 1</a:t>
          </a:r>
        </a:p>
      </dgm:t>
    </dgm:pt>
    <dgm:pt modelId="{E3F190C4-EF1C-4E6A-9CC1-4ED9DD37A2AD}" type="parTrans" cxnId="{1EBE99E5-52F8-4F11-98EF-3175A303E90C}">
      <dgm:prSet/>
      <dgm:spPr/>
      <dgm:t>
        <a:bodyPr/>
        <a:lstStyle/>
        <a:p>
          <a:endParaRPr lang="es-MX">
            <a:solidFill>
              <a:sysClr val="windowText" lastClr="000000"/>
            </a:solidFill>
          </a:endParaRPr>
        </a:p>
      </dgm:t>
    </dgm:pt>
    <dgm:pt modelId="{29E0F874-032F-42AD-8CC6-C08F94D980A1}" type="sibTrans" cxnId="{1EBE99E5-52F8-4F11-98EF-3175A303E90C}">
      <dgm:prSet/>
      <dgm:spPr/>
      <dgm:t>
        <a:bodyPr/>
        <a:lstStyle/>
        <a:p>
          <a:endParaRPr lang="es-MX">
            <a:solidFill>
              <a:sysClr val="windowText" lastClr="000000"/>
            </a:solidFill>
          </a:endParaRPr>
        </a:p>
      </dgm:t>
    </dgm:pt>
    <dgm:pt modelId="{34FE38B0-A74E-4CDD-9E77-9F06F9D4001E}">
      <dgm:prSet phldrT="[Texto]" custT="1"/>
      <dgm:spPr>
        <a:xfrm>
          <a:off x="1456068" y="1166864"/>
          <a:ext cx="1750297" cy="1750297"/>
        </a:xfrm>
        <a:prstGeom prst="ellipse">
          <a:avLst/>
        </a:prstGeom>
        <a:gradFill rotWithShape="0">
          <a:gsLst>
            <a:gs pos="0">
              <a:srgbClr val="4BACC6">
                <a:hueOff val="-6622584"/>
                <a:satOff val="26541"/>
                <a:lumOff val="5752"/>
                <a:alphaOff val="0"/>
                <a:shade val="51000"/>
                <a:satMod val="130000"/>
              </a:srgbClr>
            </a:gs>
            <a:gs pos="80000">
              <a:srgbClr val="4BACC6">
                <a:hueOff val="-6622584"/>
                <a:satOff val="26541"/>
                <a:lumOff val="5752"/>
                <a:alphaOff val="0"/>
                <a:shade val="93000"/>
                <a:satMod val="130000"/>
              </a:srgbClr>
            </a:gs>
            <a:gs pos="100000">
              <a:srgbClr val="4BACC6">
                <a:hueOff val="-6622584"/>
                <a:satOff val="26541"/>
                <a:lumOff val="5752"/>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gm:spPr>
      <dgm:t>
        <a:bodyPr/>
        <a:lstStyle/>
        <a:p>
          <a:r>
            <a:rPr lang="es-MX" sz="1200" b="1" dirty="0">
              <a:solidFill>
                <a:sysClr val="windowText" lastClr="000000"/>
              </a:solidFill>
              <a:latin typeface="Calibri"/>
              <a:ea typeface="+mn-ea"/>
              <a:cs typeface="+mn-cs"/>
            </a:rPr>
            <a:t>TIPO 2</a:t>
          </a:r>
        </a:p>
      </dgm:t>
    </dgm:pt>
    <dgm:pt modelId="{AFCFDBC0-9734-4F0D-8BFA-F9809CC2505E}" type="parTrans" cxnId="{9E269AA6-7F2D-4942-8016-0319E2B3149F}">
      <dgm:prSet/>
      <dgm:spPr/>
      <dgm:t>
        <a:bodyPr/>
        <a:lstStyle/>
        <a:p>
          <a:endParaRPr lang="es-MX">
            <a:solidFill>
              <a:sysClr val="windowText" lastClr="000000"/>
            </a:solidFill>
          </a:endParaRPr>
        </a:p>
      </dgm:t>
    </dgm:pt>
    <dgm:pt modelId="{14FA7BEF-1529-41BA-AAC3-00D335141079}" type="sibTrans" cxnId="{9E269AA6-7F2D-4942-8016-0319E2B3149F}">
      <dgm:prSet/>
      <dgm:spPr/>
      <dgm:t>
        <a:bodyPr/>
        <a:lstStyle/>
        <a:p>
          <a:endParaRPr lang="es-MX">
            <a:solidFill>
              <a:sysClr val="windowText" lastClr="000000"/>
            </a:solidFill>
          </a:endParaRPr>
        </a:p>
      </dgm:t>
    </dgm:pt>
    <dgm:pt modelId="{75C5AB18-5FAA-4082-B568-C2BA4209D943}">
      <dgm:prSet phldrT="[Texto]" custT="1"/>
      <dgm:spPr>
        <a:xfrm>
          <a:off x="1747785" y="1750297"/>
          <a:ext cx="1166864" cy="1166864"/>
        </a:xfrm>
        <a:prstGeom prst="ellipse">
          <a:avLst/>
        </a:prstGeom>
        <a:gradFill rotWithShape="0">
          <a:gsLst>
            <a:gs pos="0">
              <a:srgbClr val="4BACC6">
                <a:hueOff val="-9933876"/>
                <a:satOff val="39811"/>
                <a:lumOff val="8628"/>
                <a:alphaOff val="0"/>
                <a:shade val="51000"/>
                <a:satMod val="130000"/>
              </a:srgbClr>
            </a:gs>
            <a:gs pos="80000">
              <a:srgbClr val="4BACC6">
                <a:hueOff val="-9933876"/>
                <a:satOff val="39811"/>
                <a:lumOff val="8628"/>
                <a:alphaOff val="0"/>
                <a:shade val="93000"/>
                <a:satMod val="130000"/>
              </a:srgbClr>
            </a:gs>
            <a:gs pos="100000">
              <a:srgbClr val="4BACC6">
                <a:hueOff val="-9933876"/>
                <a:satOff val="39811"/>
                <a:lumOff val="8628"/>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gm:spPr>
      <dgm:t>
        <a:bodyPr/>
        <a:lstStyle/>
        <a:p>
          <a:r>
            <a:rPr lang="es-MX" sz="1200" b="1" dirty="0">
              <a:solidFill>
                <a:sysClr val="windowText" lastClr="000000"/>
              </a:solidFill>
              <a:latin typeface="Calibri"/>
              <a:ea typeface="+mn-ea"/>
              <a:cs typeface="+mn-cs"/>
            </a:rPr>
            <a:t>TIPO 3</a:t>
          </a:r>
        </a:p>
      </dgm:t>
    </dgm:pt>
    <dgm:pt modelId="{A0C37DAE-0A1F-44D3-A217-14F2FDF9D399}" type="parTrans" cxnId="{904FE646-94B8-4FA7-835A-36C0FBC50344}">
      <dgm:prSet/>
      <dgm:spPr/>
      <dgm:t>
        <a:bodyPr/>
        <a:lstStyle/>
        <a:p>
          <a:endParaRPr lang="es-MX">
            <a:solidFill>
              <a:sysClr val="windowText" lastClr="000000"/>
            </a:solidFill>
          </a:endParaRPr>
        </a:p>
      </dgm:t>
    </dgm:pt>
    <dgm:pt modelId="{9647EA26-84C3-431E-8087-BB10616DA655}" type="sibTrans" cxnId="{904FE646-94B8-4FA7-835A-36C0FBC50344}">
      <dgm:prSet/>
      <dgm:spPr/>
      <dgm:t>
        <a:bodyPr/>
        <a:lstStyle/>
        <a:p>
          <a:endParaRPr lang="es-MX">
            <a:solidFill>
              <a:sysClr val="windowText" lastClr="000000"/>
            </a:solidFill>
          </a:endParaRPr>
        </a:p>
      </dgm:t>
    </dgm:pt>
    <dgm:pt modelId="{01A054C0-61F6-4C9F-8A9D-9D7286919747}" type="pres">
      <dgm:prSet presAssocID="{E0EA6BCB-0FB3-47C8-81CE-5E514765D212}" presName="Name0" presStyleCnt="0">
        <dgm:presLayoutVars>
          <dgm:chMax val="7"/>
          <dgm:resizeHandles val="exact"/>
        </dgm:presLayoutVars>
      </dgm:prSet>
      <dgm:spPr/>
      <dgm:t>
        <a:bodyPr/>
        <a:lstStyle/>
        <a:p>
          <a:endParaRPr lang="es-MX"/>
        </a:p>
      </dgm:t>
    </dgm:pt>
    <dgm:pt modelId="{2A6A510F-23BB-44E9-A0B4-A707849A15C7}" type="pres">
      <dgm:prSet presAssocID="{E0EA6BCB-0FB3-47C8-81CE-5E514765D212}" presName="comp1" presStyleCnt="0"/>
      <dgm:spPr/>
    </dgm:pt>
    <dgm:pt modelId="{84E471B5-3A88-43BD-AA01-0676F6C7F96A}" type="pres">
      <dgm:prSet presAssocID="{E0EA6BCB-0FB3-47C8-81CE-5E514765D212}" presName="circle1" presStyleLbl="node1" presStyleIdx="0" presStyleCnt="4"/>
      <dgm:spPr/>
      <dgm:t>
        <a:bodyPr/>
        <a:lstStyle/>
        <a:p>
          <a:endParaRPr lang="es-MX"/>
        </a:p>
      </dgm:t>
    </dgm:pt>
    <dgm:pt modelId="{BCA240BD-B25D-48F1-BB4A-59166552B645}" type="pres">
      <dgm:prSet presAssocID="{E0EA6BCB-0FB3-47C8-81CE-5E514765D212}" presName="c1text" presStyleLbl="node1" presStyleIdx="0" presStyleCnt="4">
        <dgm:presLayoutVars>
          <dgm:bulletEnabled val="1"/>
        </dgm:presLayoutVars>
      </dgm:prSet>
      <dgm:spPr/>
      <dgm:t>
        <a:bodyPr/>
        <a:lstStyle/>
        <a:p>
          <a:endParaRPr lang="es-MX"/>
        </a:p>
      </dgm:t>
    </dgm:pt>
    <dgm:pt modelId="{2D995ED2-33F8-4CF8-A03A-E428DAE56464}" type="pres">
      <dgm:prSet presAssocID="{E0EA6BCB-0FB3-47C8-81CE-5E514765D212}" presName="comp2" presStyleCnt="0"/>
      <dgm:spPr/>
    </dgm:pt>
    <dgm:pt modelId="{124C4388-2DEF-440A-9D0C-010435020F4F}" type="pres">
      <dgm:prSet presAssocID="{E0EA6BCB-0FB3-47C8-81CE-5E514765D212}" presName="circle2" presStyleLbl="node1" presStyleIdx="1" presStyleCnt="4"/>
      <dgm:spPr/>
      <dgm:t>
        <a:bodyPr/>
        <a:lstStyle/>
        <a:p>
          <a:endParaRPr lang="es-MX"/>
        </a:p>
      </dgm:t>
    </dgm:pt>
    <dgm:pt modelId="{CC357EBA-7951-4D4A-81AC-09B9F31D191A}" type="pres">
      <dgm:prSet presAssocID="{E0EA6BCB-0FB3-47C8-81CE-5E514765D212}" presName="c2text" presStyleLbl="node1" presStyleIdx="1" presStyleCnt="4">
        <dgm:presLayoutVars>
          <dgm:bulletEnabled val="1"/>
        </dgm:presLayoutVars>
      </dgm:prSet>
      <dgm:spPr/>
      <dgm:t>
        <a:bodyPr/>
        <a:lstStyle/>
        <a:p>
          <a:endParaRPr lang="es-MX"/>
        </a:p>
      </dgm:t>
    </dgm:pt>
    <dgm:pt modelId="{08A4BE8D-6965-4474-998B-9169A407626C}" type="pres">
      <dgm:prSet presAssocID="{E0EA6BCB-0FB3-47C8-81CE-5E514765D212}" presName="comp3" presStyleCnt="0"/>
      <dgm:spPr/>
    </dgm:pt>
    <dgm:pt modelId="{38A1ED3B-8F68-4546-BE32-4EEDEF1D9EEA}" type="pres">
      <dgm:prSet presAssocID="{E0EA6BCB-0FB3-47C8-81CE-5E514765D212}" presName="circle3" presStyleLbl="node1" presStyleIdx="2" presStyleCnt="4"/>
      <dgm:spPr/>
      <dgm:t>
        <a:bodyPr/>
        <a:lstStyle/>
        <a:p>
          <a:endParaRPr lang="es-MX"/>
        </a:p>
      </dgm:t>
    </dgm:pt>
    <dgm:pt modelId="{2491811A-5E48-4E62-B77B-5D38EA1F5507}" type="pres">
      <dgm:prSet presAssocID="{E0EA6BCB-0FB3-47C8-81CE-5E514765D212}" presName="c3text" presStyleLbl="node1" presStyleIdx="2" presStyleCnt="4">
        <dgm:presLayoutVars>
          <dgm:bulletEnabled val="1"/>
        </dgm:presLayoutVars>
      </dgm:prSet>
      <dgm:spPr/>
      <dgm:t>
        <a:bodyPr/>
        <a:lstStyle/>
        <a:p>
          <a:endParaRPr lang="es-MX"/>
        </a:p>
      </dgm:t>
    </dgm:pt>
    <dgm:pt modelId="{A547E587-0D66-4845-8C83-676D916D17E4}" type="pres">
      <dgm:prSet presAssocID="{E0EA6BCB-0FB3-47C8-81CE-5E514765D212}" presName="comp4" presStyleCnt="0"/>
      <dgm:spPr/>
    </dgm:pt>
    <dgm:pt modelId="{7A09AF94-9CB8-49FF-9207-226DFC8330D4}" type="pres">
      <dgm:prSet presAssocID="{E0EA6BCB-0FB3-47C8-81CE-5E514765D212}" presName="circle4" presStyleLbl="node1" presStyleIdx="3" presStyleCnt="4"/>
      <dgm:spPr/>
      <dgm:t>
        <a:bodyPr/>
        <a:lstStyle/>
        <a:p>
          <a:endParaRPr lang="es-MX"/>
        </a:p>
      </dgm:t>
    </dgm:pt>
    <dgm:pt modelId="{9B8BD06B-F553-4CD9-AC95-597460355D71}" type="pres">
      <dgm:prSet presAssocID="{E0EA6BCB-0FB3-47C8-81CE-5E514765D212}" presName="c4text" presStyleLbl="node1" presStyleIdx="3" presStyleCnt="4">
        <dgm:presLayoutVars>
          <dgm:bulletEnabled val="1"/>
        </dgm:presLayoutVars>
      </dgm:prSet>
      <dgm:spPr/>
      <dgm:t>
        <a:bodyPr/>
        <a:lstStyle/>
        <a:p>
          <a:endParaRPr lang="es-MX"/>
        </a:p>
      </dgm:t>
    </dgm:pt>
  </dgm:ptLst>
  <dgm:cxnLst>
    <dgm:cxn modelId="{1EBE99E5-52F8-4F11-98EF-3175A303E90C}" srcId="{E0EA6BCB-0FB3-47C8-81CE-5E514765D212}" destId="{96B20453-9729-4081-BD06-2E4C9B2B242B}" srcOrd="1" destOrd="0" parTransId="{E3F190C4-EF1C-4E6A-9CC1-4ED9DD37A2AD}" sibTransId="{29E0F874-032F-42AD-8CC6-C08F94D980A1}"/>
    <dgm:cxn modelId="{E03E79D1-71AB-4FC9-A382-6A8B81756A0C}" type="presOf" srcId="{34FE38B0-A74E-4CDD-9E77-9F06F9D4001E}" destId="{38A1ED3B-8F68-4546-BE32-4EEDEF1D9EEA}" srcOrd="0" destOrd="0" presId="urn:microsoft.com/office/officeart/2005/8/layout/venn2"/>
    <dgm:cxn modelId="{A5821AB2-0ABA-4B37-97AE-24550E3C4741}" type="presOf" srcId="{75C5AB18-5FAA-4082-B568-C2BA4209D943}" destId="{7A09AF94-9CB8-49FF-9207-226DFC8330D4}" srcOrd="0" destOrd="0" presId="urn:microsoft.com/office/officeart/2005/8/layout/venn2"/>
    <dgm:cxn modelId="{466EBB50-3FC5-4679-A671-21E247F3E763}" srcId="{E0EA6BCB-0FB3-47C8-81CE-5E514765D212}" destId="{E175942A-A2FC-4FA5-A643-210CC39128FD}" srcOrd="0" destOrd="0" parTransId="{4F707C6B-37FC-4712-9AEB-CA3C85FB981D}" sibTransId="{E3C99490-D6EF-459F-97A3-FD7F44245932}"/>
    <dgm:cxn modelId="{904FE646-94B8-4FA7-835A-36C0FBC50344}" srcId="{E0EA6BCB-0FB3-47C8-81CE-5E514765D212}" destId="{75C5AB18-5FAA-4082-B568-C2BA4209D943}" srcOrd="3" destOrd="0" parTransId="{A0C37DAE-0A1F-44D3-A217-14F2FDF9D399}" sibTransId="{9647EA26-84C3-431E-8087-BB10616DA655}"/>
    <dgm:cxn modelId="{2970B22A-D3DA-4B7C-8656-5FD69321BB0D}" type="presOf" srcId="{E0EA6BCB-0FB3-47C8-81CE-5E514765D212}" destId="{01A054C0-61F6-4C9F-8A9D-9D7286919747}" srcOrd="0" destOrd="0" presId="urn:microsoft.com/office/officeart/2005/8/layout/venn2"/>
    <dgm:cxn modelId="{F262D15D-0436-441F-82B4-064FBCF7483D}" type="presOf" srcId="{96B20453-9729-4081-BD06-2E4C9B2B242B}" destId="{CC357EBA-7951-4D4A-81AC-09B9F31D191A}" srcOrd="1" destOrd="0" presId="urn:microsoft.com/office/officeart/2005/8/layout/venn2"/>
    <dgm:cxn modelId="{0058CB7E-F36A-41E4-9B70-D1E49A3FCFB8}" type="presOf" srcId="{75C5AB18-5FAA-4082-B568-C2BA4209D943}" destId="{9B8BD06B-F553-4CD9-AC95-597460355D71}" srcOrd="1" destOrd="0" presId="urn:microsoft.com/office/officeart/2005/8/layout/venn2"/>
    <dgm:cxn modelId="{17D71C62-3C93-40EC-996E-96127D017F79}" type="presOf" srcId="{E175942A-A2FC-4FA5-A643-210CC39128FD}" destId="{84E471B5-3A88-43BD-AA01-0676F6C7F96A}" srcOrd="0" destOrd="0" presId="urn:microsoft.com/office/officeart/2005/8/layout/venn2"/>
    <dgm:cxn modelId="{FDD8A1E3-6A94-4319-9078-A7B1BEEBCF4A}" type="presOf" srcId="{E175942A-A2FC-4FA5-A643-210CC39128FD}" destId="{BCA240BD-B25D-48F1-BB4A-59166552B645}" srcOrd="1" destOrd="0" presId="urn:microsoft.com/office/officeart/2005/8/layout/venn2"/>
    <dgm:cxn modelId="{9E269AA6-7F2D-4942-8016-0319E2B3149F}" srcId="{E0EA6BCB-0FB3-47C8-81CE-5E514765D212}" destId="{34FE38B0-A74E-4CDD-9E77-9F06F9D4001E}" srcOrd="2" destOrd="0" parTransId="{AFCFDBC0-9734-4F0D-8BFA-F9809CC2505E}" sibTransId="{14FA7BEF-1529-41BA-AAC3-00D335141079}"/>
    <dgm:cxn modelId="{BF006734-975E-4F48-925B-2F9128AA590A}" type="presOf" srcId="{96B20453-9729-4081-BD06-2E4C9B2B242B}" destId="{124C4388-2DEF-440A-9D0C-010435020F4F}" srcOrd="0" destOrd="0" presId="urn:microsoft.com/office/officeart/2005/8/layout/venn2"/>
    <dgm:cxn modelId="{EBFDAD33-5AF6-4DBB-8F72-E649476F28E3}" type="presOf" srcId="{34FE38B0-A74E-4CDD-9E77-9F06F9D4001E}" destId="{2491811A-5E48-4E62-B77B-5D38EA1F5507}" srcOrd="1" destOrd="0" presId="urn:microsoft.com/office/officeart/2005/8/layout/venn2"/>
    <dgm:cxn modelId="{07B4AE49-C35F-44C9-BCE8-FAB17DC9551F}" type="presParOf" srcId="{01A054C0-61F6-4C9F-8A9D-9D7286919747}" destId="{2A6A510F-23BB-44E9-A0B4-A707849A15C7}" srcOrd="0" destOrd="0" presId="urn:microsoft.com/office/officeart/2005/8/layout/venn2"/>
    <dgm:cxn modelId="{153C65DB-B0DD-4AC8-BBFA-4D31521CF56C}" type="presParOf" srcId="{2A6A510F-23BB-44E9-A0B4-A707849A15C7}" destId="{84E471B5-3A88-43BD-AA01-0676F6C7F96A}" srcOrd="0" destOrd="0" presId="urn:microsoft.com/office/officeart/2005/8/layout/venn2"/>
    <dgm:cxn modelId="{5F1EE162-45FA-4E70-9835-C4DCD3928889}" type="presParOf" srcId="{2A6A510F-23BB-44E9-A0B4-A707849A15C7}" destId="{BCA240BD-B25D-48F1-BB4A-59166552B645}" srcOrd="1" destOrd="0" presId="urn:microsoft.com/office/officeart/2005/8/layout/venn2"/>
    <dgm:cxn modelId="{C0E0673C-0C06-4351-B0BA-63E7749A6A8F}" type="presParOf" srcId="{01A054C0-61F6-4C9F-8A9D-9D7286919747}" destId="{2D995ED2-33F8-4CF8-A03A-E428DAE56464}" srcOrd="1" destOrd="0" presId="urn:microsoft.com/office/officeart/2005/8/layout/venn2"/>
    <dgm:cxn modelId="{9EC2BFD0-E0E5-4D23-AC4D-A5AF5C89D07D}" type="presParOf" srcId="{2D995ED2-33F8-4CF8-A03A-E428DAE56464}" destId="{124C4388-2DEF-440A-9D0C-010435020F4F}" srcOrd="0" destOrd="0" presId="urn:microsoft.com/office/officeart/2005/8/layout/venn2"/>
    <dgm:cxn modelId="{C4237CA1-3C32-4C31-AB13-118A7F4963FC}" type="presParOf" srcId="{2D995ED2-33F8-4CF8-A03A-E428DAE56464}" destId="{CC357EBA-7951-4D4A-81AC-09B9F31D191A}" srcOrd="1" destOrd="0" presId="urn:microsoft.com/office/officeart/2005/8/layout/venn2"/>
    <dgm:cxn modelId="{DF1D70BF-C7D1-4F2C-AC6C-29579DDAA841}" type="presParOf" srcId="{01A054C0-61F6-4C9F-8A9D-9D7286919747}" destId="{08A4BE8D-6965-4474-998B-9169A407626C}" srcOrd="2" destOrd="0" presId="urn:microsoft.com/office/officeart/2005/8/layout/venn2"/>
    <dgm:cxn modelId="{80578E52-133E-4C33-9652-86EF32EAA799}" type="presParOf" srcId="{08A4BE8D-6965-4474-998B-9169A407626C}" destId="{38A1ED3B-8F68-4546-BE32-4EEDEF1D9EEA}" srcOrd="0" destOrd="0" presId="urn:microsoft.com/office/officeart/2005/8/layout/venn2"/>
    <dgm:cxn modelId="{28BCF9BF-A56A-49E7-B7D3-0A063578E3E1}" type="presParOf" srcId="{08A4BE8D-6965-4474-998B-9169A407626C}" destId="{2491811A-5E48-4E62-B77B-5D38EA1F5507}" srcOrd="1" destOrd="0" presId="urn:microsoft.com/office/officeart/2005/8/layout/venn2"/>
    <dgm:cxn modelId="{E650791E-CFDF-4FD6-973A-C3A5033CA83F}" type="presParOf" srcId="{01A054C0-61F6-4C9F-8A9D-9D7286919747}" destId="{A547E587-0D66-4845-8C83-676D916D17E4}" srcOrd="3" destOrd="0" presId="urn:microsoft.com/office/officeart/2005/8/layout/venn2"/>
    <dgm:cxn modelId="{EC6ADE74-46FB-45E8-A4B9-73BA7073FC48}" type="presParOf" srcId="{A547E587-0D66-4845-8C83-676D916D17E4}" destId="{7A09AF94-9CB8-49FF-9207-226DFC8330D4}" srcOrd="0" destOrd="0" presId="urn:microsoft.com/office/officeart/2005/8/layout/venn2"/>
    <dgm:cxn modelId="{88B996E6-18D9-47C6-92BD-8386B5CD5D4B}" type="presParOf" srcId="{A547E587-0D66-4845-8C83-676D916D17E4}" destId="{9B8BD06B-F553-4CD9-AC95-597460355D71}"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F31DBBF-0830-43FC-8294-47C79E3C5616}"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s-MX"/>
        </a:p>
      </dgm:t>
    </dgm:pt>
    <dgm:pt modelId="{4C24AD80-B78D-4590-A231-09B83B22111A}">
      <dgm:prSet phldrT="[Texto]" custT="1"/>
      <dgm:spPr/>
      <dgm:t>
        <a:bodyPr/>
        <a:lstStyle/>
        <a:p>
          <a:r>
            <a:rPr lang="es-MX" sz="1600"/>
            <a:t>SIMPLIFICACIÓN DE GRAMÁTICAS</a:t>
          </a:r>
        </a:p>
      </dgm:t>
    </dgm:pt>
    <dgm:pt modelId="{1D4A1A12-B48B-4EF7-88EA-D67C852E2806}" type="parTrans" cxnId="{89F50510-3F4B-43BB-956E-7537F61CCA6A}">
      <dgm:prSet/>
      <dgm:spPr/>
      <dgm:t>
        <a:bodyPr/>
        <a:lstStyle/>
        <a:p>
          <a:endParaRPr lang="es-MX"/>
        </a:p>
      </dgm:t>
    </dgm:pt>
    <dgm:pt modelId="{99541C99-2863-4FC9-9555-341C9AE19BEA}" type="sibTrans" cxnId="{89F50510-3F4B-43BB-956E-7537F61CCA6A}">
      <dgm:prSet/>
      <dgm:spPr/>
      <dgm:t>
        <a:bodyPr/>
        <a:lstStyle/>
        <a:p>
          <a:endParaRPr lang="es-MX"/>
        </a:p>
      </dgm:t>
    </dgm:pt>
    <dgm:pt modelId="{F74809B8-E30E-4640-AF12-0C1E945107A6}">
      <dgm:prSet phldrT="[Texto]"/>
      <dgm:spPr/>
      <dgm:t>
        <a:bodyPr/>
        <a:lstStyle/>
        <a:p>
          <a:r>
            <a:rPr lang="es-MX"/>
            <a:t>Reglas innecesarias	</a:t>
          </a:r>
        </a:p>
      </dgm:t>
    </dgm:pt>
    <dgm:pt modelId="{47F1F614-C5BD-4F2A-AB65-423BC8456BA0}" type="parTrans" cxnId="{37AD6C37-B414-4FAC-8508-9CEE37E06F42}">
      <dgm:prSet/>
      <dgm:spPr/>
      <dgm:t>
        <a:bodyPr/>
        <a:lstStyle/>
        <a:p>
          <a:endParaRPr lang="es-MX"/>
        </a:p>
      </dgm:t>
    </dgm:pt>
    <dgm:pt modelId="{85214CB7-CECA-41D1-BB69-8FE58FA66093}" type="sibTrans" cxnId="{37AD6C37-B414-4FAC-8508-9CEE37E06F42}">
      <dgm:prSet/>
      <dgm:spPr/>
      <dgm:t>
        <a:bodyPr/>
        <a:lstStyle/>
        <a:p>
          <a:endParaRPr lang="es-MX"/>
        </a:p>
      </dgm:t>
    </dgm:pt>
    <dgm:pt modelId="{959DD1D0-964E-4D0D-85DE-7719043ACE94}">
      <dgm:prSet phldrT="[Texto]"/>
      <dgm:spPr/>
      <dgm:t>
        <a:bodyPr/>
        <a:lstStyle/>
        <a:p>
          <a:r>
            <a:rPr lang="es-MX" dirty="0" smtClean="0"/>
            <a:t>Símbolos </a:t>
          </a:r>
          <a:r>
            <a:rPr lang="es-MX" dirty="0"/>
            <a:t>inaccesibles</a:t>
          </a:r>
        </a:p>
      </dgm:t>
    </dgm:pt>
    <dgm:pt modelId="{2BC98649-ADAB-404A-ADB5-555B1A029726}" type="parTrans" cxnId="{9F0DBF9A-82FE-4B2E-9F77-7B14CA411D74}">
      <dgm:prSet/>
      <dgm:spPr/>
      <dgm:t>
        <a:bodyPr/>
        <a:lstStyle/>
        <a:p>
          <a:endParaRPr lang="es-MX"/>
        </a:p>
      </dgm:t>
    </dgm:pt>
    <dgm:pt modelId="{C8F17D18-6361-4BA4-B8B6-CE5B3AA4668F}" type="sibTrans" cxnId="{9F0DBF9A-82FE-4B2E-9F77-7B14CA411D74}">
      <dgm:prSet/>
      <dgm:spPr/>
      <dgm:t>
        <a:bodyPr/>
        <a:lstStyle/>
        <a:p>
          <a:endParaRPr lang="es-MX"/>
        </a:p>
      </dgm:t>
    </dgm:pt>
    <dgm:pt modelId="{5DF62CDF-4D2E-4861-8446-B6445619F600}">
      <dgm:prSet phldrT="[Texto]"/>
      <dgm:spPr/>
      <dgm:t>
        <a:bodyPr/>
        <a:lstStyle/>
        <a:p>
          <a:r>
            <a:rPr lang="es-MX" dirty="0" smtClean="0"/>
            <a:t>Símbolos </a:t>
          </a:r>
          <a:r>
            <a:rPr lang="es-MX" dirty="0"/>
            <a:t>o generativos</a:t>
          </a:r>
        </a:p>
      </dgm:t>
    </dgm:pt>
    <dgm:pt modelId="{0C52BC07-32DE-4E20-AB81-EFE69FA68166}" type="parTrans" cxnId="{EAC5905E-AB6F-40D8-BE46-AD5C5AA33BB2}">
      <dgm:prSet/>
      <dgm:spPr/>
      <dgm:t>
        <a:bodyPr/>
        <a:lstStyle/>
        <a:p>
          <a:endParaRPr lang="es-MX"/>
        </a:p>
      </dgm:t>
    </dgm:pt>
    <dgm:pt modelId="{EBD982C1-AB22-4D6C-A5D0-B2A0DB3B5030}" type="sibTrans" cxnId="{EAC5905E-AB6F-40D8-BE46-AD5C5AA33BB2}">
      <dgm:prSet/>
      <dgm:spPr/>
      <dgm:t>
        <a:bodyPr/>
        <a:lstStyle/>
        <a:p>
          <a:endParaRPr lang="es-MX"/>
        </a:p>
      </dgm:t>
    </dgm:pt>
    <dgm:pt modelId="{8191853D-3863-4139-B5D2-12CCE592A372}">
      <dgm:prSet/>
      <dgm:spPr/>
      <dgm:t>
        <a:bodyPr/>
        <a:lstStyle/>
        <a:p>
          <a:r>
            <a:rPr lang="es-MX" dirty="0"/>
            <a:t>No aportan </a:t>
          </a:r>
          <a:r>
            <a:rPr lang="es-MX" dirty="0" smtClean="0"/>
            <a:t>información </a:t>
          </a:r>
          <a:r>
            <a:rPr lang="es-MX" dirty="0"/>
            <a:t>a la gramática</a:t>
          </a:r>
        </a:p>
        <a:p>
          <a:r>
            <a:rPr lang="es-MX" dirty="0"/>
            <a:t>A ::=A</a:t>
          </a:r>
        </a:p>
      </dgm:t>
    </dgm:pt>
    <dgm:pt modelId="{DB38F83D-8542-4E73-B30F-E119CB408D16}" type="parTrans" cxnId="{C6AD0F19-BF3C-4861-A216-4F9E371349DE}">
      <dgm:prSet/>
      <dgm:spPr/>
      <dgm:t>
        <a:bodyPr/>
        <a:lstStyle/>
        <a:p>
          <a:endParaRPr lang="es-MX"/>
        </a:p>
      </dgm:t>
    </dgm:pt>
    <dgm:pt modelId="{7C953C78-C5A4-49EA-9758-A98839D673B4}" type="sibTrans" cxnId="{C6AD0F19-BF3C-4861-A216-4F9E371349DE}">
      <dgm:prSet/>
      <dgm:spPr/>
      <dgm:t>
        <a:bodyPr/>
        <a:lstStyle/>
        <a:p>
          <a:endParaRPr lang="es-MX"/>
        </a:p>
      </dgm:t>
    </dgm:pt>
    <dgm:pt modelId="{82226BCC-3931-4A0A-8349-E108D55DFE30}">
      <dgm:prSet/>
      <dgm:spPr/>
      <dgm:t>
        <a:bodyPr/>
        <a:lstStyle/>
        <a:p>
          <a:r>
            <a:rPr lang="es-MX" dirty="0" smtClean="0"/>
            <a:t>Símbolos </a:t>
          </a:r>
          <a:r>
            <a:rPr lang="es-MX" dirty="0"/>
            <a:t>no terminales que no aparecen en ninguna cadena.</a:t>
          </a:r>
        </a:p>
      </dgm:t>
    </dgm:pt>
    <dgm:pt modelId="{7CA306B7-CB1B-4426-AC67-644210E339E5}" type="parTrans" cxnId="{2DBE47C3-E8B0-4885-817D-F546D7D0C386}">
      <dgm:prSet/>
      <dgm:spPr/>
      <dgm:t>
        <a:bodyPr/>
        <a:lstStyle/>
        <a:p>
          <a:endParaRPr lang="es-MX"/>
        </a:p>
      </dgm:t>
    </dgm:pt>
    <dgm:pt modelId="{A14B7165-837D-412E-A47A-3DB8BACBCB67}" type="sibTrans" cxnId="{2DBE47C3-E8B0-4885-817D-F546D7D0C386}">
      <dgm:prSet/>
      <dgm:spPr/>
      <dgm:t>
        <a:bodyPr/>
        <a:lstStyle/>
        <a:p>
          <a:endParaRPr lang="es-MX"/>
        </a:p>
      </dgm:t>
    </dgm:pt>
    <dgm:pt modelId="{A0956157-E8EB-480A-AF90-B0609046419B}">
      <dgm:prSet/>
      <dgm:spPr/>
      <dgm:t>
        <a:bodyPr/>
        <a:lstStyle/>
        <a:p>
          <a:r>
            <a:rPr lang="es-MX" dirty="0" smtClean="0"/>
            <a:t>Símbolos </a:t>
          </a:r>
          <a:r>
            <a:rPr lang="es-MX" dirty="0"/>
            <a:t>no terminales de los cuales no se puede derivar ninguna cadena de </a:t>
          </a:r>
          <a:r>
            <a:rPr lang="es-MX" dirty="0" smtClean="0"/>
            <a:t>símbolos terminales</a:t>
          </a:r>
          <a:r>
            <a:rPr lang="es-MX" dirty="0"/>
            <a:t>.</a:t>
          </a:r>
        </a:p>
      </dgm:t>
    </dgm:pt>
    <dgm:pt modelId="{1408ABBE-A84F-45CE-AFF9-F22987A72AD6}" type="parTrans" cxnId="{F76667C6-F596-4A0A-8D94-A6DA3629DEF7}">
      <dgm:prSet/>
      <dgm:spPr/>
      <dgm:t>
        <a:bodyPr/>
        <a:lstStyle/>
        <a:p>
          <a:endParaRPr lang="es-MX"/>
        </a:p>
      </dgm:t>
    </dgm:pt>
    <dgm:pt modelId="{46580761-0918-4756-937C-561575CA1D40}" type="sibTrans" cxnId="{F76667C6-F596-4A0A-8D94-A6DA3629DEF7}">
      <dgm:prSet/>
      <dgm:spPr/>
      <dgm:t>
        <a:bodyPr/>
        <a:lstStyle/>
        <a:p>
          <a:endParaRPr lang="es-MX"/>
        </a:p>
      </dgm:t>
    </dgm:pt>
    <dgm:pt modelId="{AB7DC26D-111B-4114-823D-3DF6E3F1EDB8}" type="pres">
      <dgm:prSet presAssocID="{9F31DBBF-0830-43FC-8294-47C79E3C5616}" presName="hierChild1" presStyleCnt="0">
        <dgm:presLayoutVars>
          <dgm:orgChart val="1"/>
          <dgm:chPref val="1"/>
          <dgm:dir/>
          <dgm:animOne val="branch"/>
          <dgm:animLvl val="lvl"/>
          <dgm:resizeHandles/>
        </dgm:presLayoutVars>
      </dgm:prSet>
      <dgm:spPr/>
      <dgm:t>
        <a:bodyPr/>
        <a:lstStyle/>
        <a:p>
          <a:endParaRPr lang="es-MX"/>
        </a:p>
      </dgm:t>
    </dgm:pt>
    <dgm:pt modelId="{E8AF5C2C-8E92-4365-9339-0FA73A4AB63D}" type="pres">
      <dgm:prSet presAssocID="{4C24AD80-B78D-4590-A231-09B83B22111A}" presName="hierRoot1" presStyleCnt="0">
        <dgm:presLayoutVars>
          <dgm:hierBranch val="init"/>
        </dgm:presLayoutVars>
      </dgm:prSet>
      <dgm:spPr/>
    </dgm:pt>
    <dgm:pt modelId="{05A6F47A-B72D-4E73-8CA7-6055ED96E388}" type="pres">
      <dgm:prSet presAssocID="{4C24AD80-B78D-4590-A231-09B83B22111A}" presName="rootComposite1" presStyleCnt="0"/>
      <dgm:spPr/>
    </dgm:pt>
    <dgm:pt modelId="{0ADE0E99-2F90-4CC2-962A-BAB1762066E4}" type="pres">
      <dgm:prSet presAssocID="{4C24AD80-B78D-4590-A231-09B83B22111A}" presName="rootText1" presStyleLbl="node0" presStyleIdx="0" presStyleCnt="1">
        <dgm:presLayoutVars>
          <dgm:chPref val="3"/>
        </dgm:presLayoutVars>
      </dgm:prSet>
      <dgm:spPr/>
      <dgm:t>
        <a:bodyPr/>
        <a:lstStyle/>
        <a:p>
          <a:endParaRPr lang="es-MX"/>
        </a:p>
      </dgm:t>
    </dgm:pt>
    <dgm:pt modelId="{320FC694-F5CF-4A8B-BDEB-08ADD8D4E36C}" type="pres">
      <dgm:prSet presAssocID="{4C24AD80-B78D-4590-A231-09B83B22111A}" presName="rootConnector1" presStyleLbl="node1" presStyleIdx="0" presStyleCnt="0"/>
      <dgm:spPr/>
      <dgm:t>
        <a:bodyPr/>
        <a:lstStyle/>
        <a:p>
          <a:endParaRPr lang="es-MX"/>
        </a:p>
      </dgm:t>
    </dgm:pt>
    <dgm:pt modelId="{19DAF98A-6E2D-4F6F-9ED3-D5D1A89A7BB5}" type="pres">
      <dgm:prSet presAssocID="{4C24AD80-B78D-4590-A231-09B83B22111A}" presName="hierChild2" presStyleCnt="0"/>
      <dgm:spPr/>
    </dgm:pt>
    <dgm:pt modelId="{75AF6056-7178-4F41-A82F-526D3210BF84}" type="pres">
      <dgm:prSet presAssocID="{47F1F614-C5BD-4F2A-AB65-423BC8456BA0}" presName="Name37" presStyleLbl="parChTrans1D2" presStyleIdx="0" presStyleCnt="3"/>
      <dgm:spPr/>
      <dgm:t>
        <a:bodyPr/>
        <a:lstStyle/>
        <a:p>
          <a:endParaRPr lang="es-MX"/>
        </a:p>
      </dgm:t>
    </dgm:pt>
    <dgm:pt modelId="{F7EF68C8-18B2-4987-A59C-001756C71A6D}" type="pres">
      <dgm:prSet presAssocID="{F74809B8-E30E-4640-AF12-0C1E945107A6}" presName="hierRoot2" presStyleCnt="0">
        <dgm:presLayoutVars>
          <dgm:hierBranch val="init"/>
        </dgm:presLayoutVars>
      </dgm:prSet>
      <dgm:spPr/>
    </dgm:pt>
    <dgm:pt modelId="{71340783-0F9B-4BA9-8A87-55D34D25825F}" type="pres">
      <dgm:prSet presAssocID="{F74809B8-E30E-4640-AF12-0C1E945107A6}" presName="rootComposite" presStyleCnt="0"/>
      <dgm:spPr/>
    </dgm:pt>
    <dgm:pt modelId="{ABD851BD-E85E-4E70-9734-1426AF93F003}" type="pres">
      <dgm:prSet presAssocID="{F74809B8-E30E-4640-AF12-0C1E945107A6}" presName="rootText" presStyleLbl="node2" presStyleIdx="0" presStyleCnt="3" custScaleX="91650" custScaleY="54502">
        <dgm:presLayoutVars>
          <dgm:chPref val="3"/>
        </dgm:presLayoutVars>
      </dgm:prSet>
      <dgm:spPr/>
      <dgm:t>
        <a:bodyPr/>
        <a:lstStyle/>
        <a:p>
          <a:endParaRPr lang="es-MX"/>
        </a:p>
      </dgm:t>
    </dgm:pt>
    <dgm:pt modelId="{0CE61B9E-2EC2-45EB-86F7-79C072DAF055}" type="pres">
      <dgm:prSet presAssocID="{F74809B8-E30E-4640-AF12-0C1E945107A6}" presName="rootConnector" presStyleLbl="node2" presStyleIdx="0" presStyleCnt="3"/>
      <dgm:spPr/>
      <dgm:t>
        <a:bodyPr/>
        <a:lstStyle/>
        <a:p>
          <a:endParaRPr lang="es-MX"/>
        </a:p>
      </dgm:t>
    </dgm:pt>
    <dgm:pt modelId="{A2EACAC6-D94D-4DF6-88BD-BF9B30E63097}" type="pres">
      <dgm:prSet presAssocID="{F74809B8-E30E-4640-AF12-0C1E945107A6}" presName="hierChild4" presStyleCnt="0"/>
      <dgm:spPr/>
    </dgm:pt>
    <dgm:pt modelId="{C22AF536-7B49-4A33-A3AB-347084AC0922}" type="pres">
      <dgm:prSet presAssocID="{DB38F83D-8542-4E73-B30F-E119CB408D16}" presName="Name37" presStyleLbl="parChTrans1D3" presStyleIdx="0" presStyleCnt="3"/>
      <dgm:spPr/>
      <dgm:t>
        <a:bodyPr/>
        <a:lstStyle/>
        <a:p>
          <a:endParaRPr lang="es-MX"/>
        </a:p>
      </dgm:t>
    </dgm:pt>
    <dgm:pt modelId="{0DC58033-EF60-4BB8-9830-EAD1415041C0}" type="pres">
      <dgm:prSet presAssocID="{8191853D-3863-4139-B5D2-12CCE592A372}" presName="hierRoot2" presStyleCnt="0">
        <dgm:presLayoutVars>
          <dgm:hierBranch val="init"/>
        </dgm:presLayoutVars>
      </dgm:prSet>
      <dgm:spPr/>
    </dgm:pt>
    <dgm:pt modelId="{43D90234-9173-4D69-B59F-52A37E3118CC}" type="pres">
      <dgm:prSet presAssocID="{8191853D-3863-4139-B5D2-12CCE592A372}" presName="rootComposite" presStyleCnt="0"/>
      <dgm:spPr/>
    </dgm:pt>
    <dgm:pt modelId="{0DA1150B-054B-4D9D-960D-5F5201CA6243}" type="pres">
      <dgm:prSet presAssocID="{8191853D-3863-4139-B5D2-12CCE592A372}" presName="rootText" presStyleLbl="node3" presStyleIdx="0" presStyleCnt="3">
        <dgm:presLayoutVars>
          <dgm:chPref val="3"/>
        </dgm:presLayoutVars>
      </dgm:prSet>
      <dgm:spPr/>
      <dgm:t>
        <a:bodyPr/>
        <a:lstStyle/>
        <a:p>
          <a:endParaRPr lang="es-MX"/>
        </a:p>
      </dgm:t>
    </dgm:pt>
    <dgm:pt modelId="{2BE7CEAE-EBC6-4936-8B20-84122C40999D}" type="pres">
      <dgm:prSet presAssocID="{8191853D-3863-4139-B5D2-12CCE592A372}" presName="rootConnector" presStyleLbl="node3" presStyleIdx="0" presStyleCnt="3"/>
      <dgm:spPr/>
      <dgm:t>
        <a:bodyPr/>
        <a:lstStyle/>
        <a:p>
          <a:endParaRPr lang="es-MX"/>
        </a:p>
      </dgm:t>
    </dgm:pt>
    <dgm:pt modelId="{3F4BE8CF-AAC4-4526-B04D-57441AEEF1C4}" type="pres">
      <dgm:prSet presAssocID="{8191853D-3863-4139-B5D2-12CCE592A372}" presName="hierChild4" presStyleCnt="0"/>
      <dgm:spPr/>
    </dgm:pt>
    <dgm:pt modelId="{EDD456FC-AA72-4503-A6F3-56F201F97787}" type="pres">
      <dgm:prSet presAssocID="{8191853D-3863-4139-B5D2-12CCE592A372}" presName="hierChild5" presStyleCnt="0"/>
      <dgm:spPr/>
    </dgm:pt>
    <dgm:pt modelId="{7FF87B5D-1D7D-402E-8026-CBD750DD9614}" type="pres">
      <dgm:prSet presAssocID="{F74809B8-E30E-4640-AF12-0C1E945107A6}" presName="hierChild5" presStyleCnt="0"/>
      <dgm:spPr/>
    </dgm:pt>
    <dgm:pt modelId="{1AEA69CA-D0AB-47CF-90F3-7E69BED6E109}" type="pres">
      <dgm:prSet presAssocID="{2BC98649-ADAB-404A-ADB5-555B1A029726}" presName="Name37" presStyleLbl="parChTrans1D2" presStyleIdx="1" presStyleCnt="3"/>
      <dgm:spPr/>
      <dgm:t>
        <a:bodyPr/>
        <a:lstStyle/>
        <a:p>
          <a:endParaRPr lang="es-MX"/>
        </a:p>
      </dgm:t>
    </dgm:pt>
    <dgm:pt modelId="{C438521D-754D-4C9E-AA0C-9693B1974D29}" type="pres">
      <dgm:prSet presAssocID="{959DD1D0-964E-4D0D-85DE-7719043ACE94}" presName="hierRoot2" presStyleCnt="0">
        <dgm:presLayoutVars>
          <dgm:hierBranch val="init"/>
        </dgm:presLayoutVars>
      </dgm:prSet>
      <dgm:spPr/>
    </dgm:pt>
    <dgm:pt modelId="{5DC5B3FD-BCA2-4C1C-8C19-7071B6ED1B23}" type="pres">
      <dgm:prSet presAssocID="{959DD1D0-964E-4D0D-85DE-7719043ACE94}" presName="rootComposite" presStyleCnt="0"/>
      <dgm:spPr/>
    </dgm:pt>
    <dgm:pt modelId="{E43A3F1A-B55F-4291-B16D-D4C6B1CBCACC}" type="pres">
      <dgm:prSet presAssocID="{959DD1D0-964E-4D0D-85DE-7719043ACE94}" presName="rootText" presStyleLbl="node2" presStyleIdx="1" presStyleCnt="3" custScaleX="102841" custScaleY="52024">
        <dgm:presLayoutVars>
          <dgm:chPref val="3"/>
        </dgm:presLayoutVars>
      </dgm:prSet>
      <dgm:spPr/>
      <dgm:t>
        <a:bodyPr/>
        <a:lstStyle/>
        <a:p>
          <a:endParaRPr lang="es-MX"/>
        </a:p>
      </dgm:t>
    </dgm:pt>
    <dgm:pt modelId="{1ACC41CD-6824-4B6E-846B-FEF3CBC25500}" type="pres">
      <dgm:prSet presAssocID="{959DD1D0-964E-4D0D-85DE-7719043ACE94}" presName="rootConnector" presStyleLbl="node2" presStyleIdx="1" presStyleCnt="3"/>
      <dgm:spPr/>
      <dgm:t>
        <a:bodyPr/>
        <a:lstStyle/>
        <a:p>
          <a:endParaRPr lang="es-MX"/>
        </a:p>
      </dgm:t>
    </dgm:pt>
    <dgm:pt modelId="{50B47E73-AB38-473E-B286-AFB93AF649A3}" type="pres">
      <dgm:prSet presAssocID="{959DD1D0-964E-4D0D-85DE-7719043ACE94}" presName="hierChild4" presStyleCnt="0"/>
      <dgm:spPr/>
    </dgm:pt>
    <dgm:pt modelId="{ABB62303-9CF1-46C2-A18B-F7F742F60F6B}" type="pres">
      <dgm:prSet presAssocID="{7CA306B7-CB1B-4426-AC67-644210E339E5}" presName="Name37" presStyleLbl="parChTrans1D3" presStyleIdx="1" presStyleCnt="3"/>
      <dgm:spPr/>
      <dgm:t>
        <a:bodyPr/>
        <a:lstStyle/>
        <a:p>
          <a:endParaRPr lang="es-MX"/>
        </a:p>
      </dgm:t>
    </dgm:pt>
    <dgm:pt modelId="{11013FDC-147F-4E9C-9A36-EFE416745712}" type="pres">
      <dgm:prSet presAssocID="{82226BCC-3931-4A0A-8349-E108D55DFE30}" presName="hierRoot2" presStyleCnt="0">
        <dgm:presLayoutVars>
          <dgm:hierBranch val="init"/>
        </dgm:presLayoutVars>
      </dgm:prSet>
      <dgm:spPr/>
    </dgm:pt>
    <dgm:pt modelId="{A3CADB08-78AA-42AA-B7EC-AAA2D36400B8}" type="pres">
      <dgm:prSet presAssocID="{82226BCC-3931-4A0A-8349-E108D55DFE30}" presName="rootComposite" presStyleCnt="0"/>
      <dgm:spPr/>
    </dgm:pt>
    <dgm:pt modelId="{86220AC9-91E6-4CA5-9AEB-72C1E9C0A6F6}" type="pres">
      <dgm:prSet presAssocID="{82226BCC-3931-4A0A-8349-E108D55DFE30}" presName="rootText" presStyleLbl="node3" presStyleIdx="1" presStyleCnt="3">
        <dgm:presLayoutVars>
          <dgm:chPref val="3"/>
        </dgm:presLayoutVars>
      </dgm:prSet>
      <dgm:spPr/>
      <dgm:t>
        <a:bodyPr/>
        <a:lstStyle/>
        <a:p>
          <a:endParaRPr lang="es-MX"/>
        </a:p>
      </dgm:t>
    </dgm:pt>
    <dgm:pt modelId="{A0E60770-ECBC-4643-A728-D738E29D0E3F}" type="pres">
      <dgm:prSet presAssocID="{82226BCC-3931-4A0A-8349-E108D55DFE30}" presName="rootConnector" presStyleLbl="node3" presStyleIdx="1" presStyleCnt="3"/>
      <dgm:spPr/>
      <dgm:t>
        <a:bodyPr/>
        <a:lstStyle/>
        <a:p>
          <a:endParaRPr lang="es-MX"/>
        </a:p>
      </dgm:t>
    </dgm:pt>
    <dgm:pt modelId="{D3B1D3CD-30D3-4CEB-ACB7-A8D45A3DF585}" type="pres">
      <dgm:prSet presAssocID="{82226BCC-3931-4A0A-8349-E108D55DFE30}" presName="hierChild4" presStyleCnt="0"/>
      <dgm:spPr/>
    </dgm:pt>
    <dgm:pt modelId="{B34DF49D-E957-45E1-B1CB-D96ABC45EE2C}" type="pres">
      <dgm:prSet presAssocID="{82226BCC-3931-4A0A-8349-E108D55DFE30}" presName="hierChild5" presStyleCnt="0"/>
      <dgm:spPr/>
    </dgm:pt>
    <dgm:pt modelId="{7A0500D4-80C3-4C28-9D0D-34F5F662FB13}" type="pres">
      <dgm:prSet presAssocID="{959DD1D0-964E-4D0D-85DE-7719043ACE94}" presName="hierChild5" presStyleCnt="0"/>
      <dgm:spPr/>
    </dgm:pt>
    <dgm:pt modelId="{BBACDD4D-9120-4847-A451-0D15C4FA2DEB}" type="pres">
      <dgm:prSet presAssocID="{0C52BC07-32DE-4E20-AB81-EFE69FA68166}" presName="Name37" presStyleLbl="parChTrans1D2" presStyleIdx="2" presStyleCnt="3"/>
      <dgm:spPr/>
      <dgm:t>
        <a:bodyPr/>
        <a:lstStyle/>
        <a:p>
          <a:endParaRPr lang="es-MX"/>
        </a:p>
      </dgm:t>
    </dgm:pt>
    <dgm:pt modelId="{E21B4A75-57F4-496E-B913-708BA8CE5E76}" type="pres">
      <dgm:prSet presAssocID="{5DF62CDF-4D2E-4861-8446-B6445619F600}" presName="hierRoot2" presStyleCnt="0">
        <dgm:presLayoutVars>
          <dgm:hierBranch val="init"/>
        </dgm:presLayoutVars>
      </dgm:prSet>
      <dgm:spPr/>
    </dgm:pt>
    <dgm:pt modelId="{862EB1E5-B81D-463B-BA9A-E5AE60B7B24A}" type="pres">
      <dgm:prSet presAssocID="{5DF62CDF-4D2E-4861-8446-B6445619F600}" presName="rootComposite" presStyleCnt="0"/>
      <dgm:spPr/>
    </dgm:pt>
    <dgm:pt modelId="{20DDC42F-A75B-44D9-93F8-3EEC65F075E0}" type="pres">
      <dgm:prSet presAssocID="{5DF62CDF-4D2E-4861-8446-B6445619F600}" presName="rootText" presStyleLbl="node2" presStyleIdx="2" presStyleCnt="3" custScaleX="100182" custScaleY="51774">
        <dgm:presLayoutVars>
          <dgm:chPref val="3"/>
        </dgm:presLayoutVars>
      </dgm:prSet>
      <dgm:spPr/>
      <dgm:t>
        <a:bodyPr/>
        <a:lstStyle/>
        <a:p>
          <a:endParaRPr lang="es-MX"/>
        </a:p>
      </dgm:t>
    </dgm:pt>
    <dgm:pt modelId="{B6DF27BD-2B92-49ED-B69D-C78725B1D1DB}" type="pres">
      <dgm:prSet presAssocID="{5DF62CDF-4D2E-4861-8446-B6445619F600}" presName="rootConnector" presStyleLbl="node2" presStyleIdx="2" presStyleCnt="3"/>
      <dgm:spPr/>
      <dgm:t>
        <a:bodyPr/>
        <a:lstStyle/>
        <a:p>
          <a:endParaRPr lang="es-MX"/>
        </a:p>
      </dgm:t>
    </dgm:pt>
    <dgm:pt modelId="{E43728F7-BB0B-4F68-9F59-E78F3D720981}" type="pres">
      <dgm:prSet presAssocID="{5DF62CDF-4D2E-4861-8446-B6445619F600}" presName="hierChild4" presStyleCnt="0"/>
      <dgm:spPr/>
    </dgm:pt>
    <dgm:pt modelId="{FBD11047-CDF4-4651-880F-CBA77C12AD09}" type="pres">
      <dgm:prSet presAssocID="{1408ABBE-A84F-45CE-AFF9-F22987A72AD6}" presName="Name37" presStyleLbl="parChTrans1D3" presStyleIdx="2" presStyleCnt="3"/>
      <dgm:spPr/>
      <dgm:t>
        <a:bodyPr/>
        <a:lstStyle/>
        <a:p>
          <a:endParaRPr lang="es-MX"/>
        </a:p>
      </dgm:t>
    </dgm:pt>
    <dgm:pt modelId="{92939A4E-9882-4848-9034-E50C8F2E501C}" type="pres">
      <dgm:prSet presAssocID="{A0956157-E8EB-480A-AF90-B0609046419B}" presName="hierRoot2" presStyleCnt="0">
        <dgm:presLayoutVars>
          <dgm:hierBranch val="init"/>
        </dgm:presLayoutVars>
      </dgm:prSet>
      <dgm:spPr/>
    </dgm:pt>
    <dgm:pt modelId="{B8BC31AE-51D6-4831-A568-B33A0F2BF035}" type="pres">
      <dgm:prSet presAssocID="{A0956157-E8EB-480A-AF90-B0609046419B}" presName="rootComposite" presStyleCnt="0"/>
      <dgm:spPr/>
    </dgm:pt>
    <dgm:pt modelId="{8F5189C1-34A9-4DE6-BAD2-50905CD3A5DA}" type="pres">
      <dgm:prSet presAssocID="{A0956157-E8EB-480A-AF90-B0609046419B}" presName="rootText" presStyleLbl="node3" presStyleIdx="2" presStyleCnt="3">
        <dgm:presLayoutVars>
          <dgm:chPref val="3"/>
        </dgm:presLayoutVars>
      </dgm:prSet>
      <dgm:spPr/>
      <dgm:t>
        <a:bodyPr/>
        <a:lstStyle/>
        <a:p>
          <a:endParaRPr lang="es-MX"/>
        </a:p>
      </dgm:t>
    </dgm:pt>
    <dgm:pt modelId="{9F4FCFB5-EFDB-4B9A-BF79-E28CB7D57CFF}" type="pres">
      <dgm:prSet presAssocID="{A0956157-E8EB-480A-AF90-B0609046419B}" presName="rootConnector" presStyleLbl="node3" presStyleIdx="2" presStyleCnt="3"/>
      <dgm:spPr/>
      <dgm:t>
        <a:bodyPr/>
        <a:lstStyle/>
        <a:p>
          <a:endParaRPr lang="es-MX"/>
        </a:p>
      </dgm:t>
    </dgm:pt>
    <dgm:pt modelId="{E06054C4-E3DB-4E44-8B28-093D66000933}" type="pres">
      <dgm:prSet presAssocID="{A0956157-E8EB-480A-AF90-B0609046419B}" presName="hierChild4" presStyleCnt="0"/>
      <dgm:spPr/>
    </dgm:pt>
    <dgm:pt modelId="{B5DE1C49-51A4-4F10-B83D-878E019323E6}" type="pres">
      <dgm:prSet presAssocID="{A0956157-E8EB-480A-AF90-B0609046419B}" presName="hierChild5" presStyleCnt="0"/>
      <dgm:spPr/>
    </dgm:pt>
    <dgm:pt modelId="{65531FD1-B9EB-4DA5-8FF4-87377A8F1FE9}" type="pres">
      <dgm:prSet presAssocID="{5DF62CDF-4D2E-4861-8446-B6445619F600}" presName="hierChild5" presStyleCnt="0"/>
      <dgm:spPr/>
    </dgm:pt>
    <dgm:pt modelId="{2B5D24CE-8A98-4685-AC0C-47753839B0F0}" type="pres">
      <dgm:prSet presAssocID="{4C24AD80-B78D-4590-A231-09B83B22111A}" presName="hierChild3" presStyleCnt="0"/>
      <dgm:spPr/>
    </dgm:pt>
  </dgm:ptLst>
  <dgm:cxnLst>
    <dgm:cxn modelId="{CAB7B428-E9D6-4A6E-A60E-F50DDD00D2A9}" type="presOf" srcId="{A0956157-E8EB-480A-AF90-B0609046419B}" destId="{9F4FCFB5-EFDB-4B9A-BF79-E28CB7D57CFF}" srcOrd="1" destOrd="0" presId="urn:microsoft.com/office/officeart/2005/8/layout/orgChart1"/>
    <dgm:cxn modelId="{DE834A07-59C2-4611-A09A-4302402E4D9C}" type="presOf" srcId="{959DD1D0-964E-4D0D-85DE-7719043ACE94}" destId="{1ACC41CD-6824-4B6E-846B-FEF3CBC25500}" srcOrd="1" destOrd="0" presId="urn:microsoft.com/office/officeart/2005/8/layout/orgChart1"/>
    <dgm:cxn modelId="{13B3DD3A-0F16-4BF8-AAE6-64E11F28E297}" type="presOf" srcId="{4C24AD80-B78D-4590-A231-09B83B22111A}" destId="{0ADE0E99-2F90-4CC2-962A-BAB1762066E4}" srcOrd="0" destOrd="0" presId="urn:microsoft.com/office/officeart/2005/8/layout/orgChart1"/>
    <dgm:cxn modelId="{9F0DBF9A-82FE-4B2E-9F77-7B14CA411D74}" srcId="{4C24AD80-B78D-4590-A231-09B83B22111A}" destId="{959DD1D0-964E-4D0D-85DE-7719043ACE94}" srcOrd="1" destOrd="0" parTransId="{2BC98649-ADAB-404A-ADB5-555B1A029726}" sibTransId="{C8F17D18-6361-4BA4-B8B6-CE5B3AA4668F}"/>
    <dgm:cxn modelId="{DC5F2C89-FF00-4A69-9E1F-D4C00224F06C}" type="presOf" srcId="{7CA306B7-CB1B-4426-AC67-644210E339E5}" destId="{ABB62303-9CF1-46C2-A18B-F7F742F60F6B}" srcOrd="0" destOrd="0" presId="urn:microsoft.com/office/officeart/2005/8/layout/orgChart1"/>
    <dgm:cxn modelId="{03F4542E-4A62-42E7-96B1-84BAE914A456}" type="presOf" srcId="{8191853D-3863-4139-B5D2-12CCE592A372}" destId="{0DA1150B-054B-4D9D-960D-5F5201CA6243}" srcOrd="0" destOrd="0" presId="urn:microsoft.com/office/officeart/2005/8/layout/orgChart1"/>
    <dgm:cxn modelId="{E0324E83-72B3-4EFD-B02E-5A68F8DEE576}" type="presOf" srcId="{47F1F614-C5BD-4F2A-AB65-423BC8456BA0}" destId="{75AF6056-7178-4F41-A82F-526D3210BF84}" srcOrd="0" destOrd="0" presId="urn:microsoft.com/office/officeart/2005/8/layout/orgChart1"/>
    <dgm:cxn modelId="{ED1D6BC0-A366-45DB-A06A-F4128A9B885A}" type="presOf" srcId="{0C52BC07-32DE-4E20-AB81-EFE69FA68166}" destId="{BBACDD4D-9120-4847-A451-0D15C4FA2DEB}" srcOrd="0" destOrd="0" presId="urn:microsoft.com/office/officeart/2005/8/layout/orgChart1"/>
    <dgm:cxn modelId="{EAC5905E-AB6F-40D8-BE46-AD5C5AA33BB2}" srcId="{4C24AD80-B78D-4590-A231-09B83B22111A}" destId="{5DF62CDF-4D2E-4861-8446-B6445619F600}" srcOrd="2" destOrd="0" parTransId="{0C52BC07-32DE-4E20-AB81-EFE69FA68166}" sibTransId="{EBD982C1-AB22-4D6C-A5D0-B2A0DB3B5030}"/>
    <dgm:cxn modelId="{F76667C6-F596-4A0A-8D94-A6DA3629DEF7}" srcId="{5DF62CDF-4D2E-4861-8446-B6445619F600}" destId="{A0956157-E8EB-480A-AF90-B0609046419B}" srcOrd="0" destOrd="0" parTransId="{1408ABBE-A84F-45CE-AFF9-F22987A72AD6}" sibTransId="{46580761-0918-4756-937C-561575CA1D40}"/>
    <dgm:cxn modelId="{89F50510-3F4B-43BB-956E-7537F61CCA6A}" srcId="{9F31DBBF-0830-43FC-8294-47C79E3C5616}" destId="{4C24AD80-B78D-4590-A231-09B83B22111A}" srcOrd="0" destOrd="0" parTransId="{1D4A1A12-B48B-4EF7-88EA-D67C852E2806}" sibTransId="{99541C99-2863-4FC9-9555-341C9AE19BEA}"/>
    <dgm:cxn modelId="{2DBE47C3-E8B0-4885-817D-F546D7D0C386}" srcId="{959DD1D0-964E-4D0D-85DE-7719043ACE94}" destId="{82226BCC-3931-4A0A-8349-E108D55DFE30}" srcOrd="0" destOrd="0" parTransId="{7CA306B7-CB1B-4426-AC67-644210E339E5}" sibTransId="{A14B7165-837D-412E-A47A-3DB8BACBCB67}"/>
    <dgm:cxn modelId="{3A2273DB-A8DC-4968-8A65-58AFBB1B20CB}" type="presOf" srcId="{4C24AD80-B78D-4590-A231-09B83B22111A}" destId="{320FC694-F5CF-4A8B-BDEB-08ADD8D4E36C}" srcOrd="1" destOrd="0" presId="urn:microsoft.com/office/officeart/2005/8/layout/orgChart1"/>
    <dgm:cxn modelId="{540BEAC5-1C5C-451C-ADD7-D761D5E6C90A}" type="presOf" srcId="{A0956157-E8EB-480A-AF90-B0609046419B}" destId="{8F5189C1-34A9-4DE6-BAD2-50905CD3A5DA}" srcOrd="0" destOrd="0" presId="urn:microsoft.com/office/officeart/2005/8/layout/orgChart1"/>
    <dgm:cxn modelId="{85983B5D-044F-48E6-8034-F917E1332822}" type="presOf" srcId="{959DD1D0-964E-4D0D-85DE-7719043ACE94}" destId="{E43A3F1A-B55F-4291-B16D-D4C6B1CBCACC}" srcOrd="0" destOrd="0" presId="urn:microsoft.com/office/officeart/2005/8/layout/orgChart1"/>
    <dgm:cxn modelId="{37AD6C37-B414-4FAC-8508-9CEE37E06F42}" srcId="{4C24AD80-B78D-4590-A231-09B83B22111A}" destId="{F74809B8-E30E-4640-AF12-0C1E945107A6}" srcOrd="0" destOrd="0" parTransId="{47F1F614-C5BD-4F2A-AB65-423BC8456BA0}" sibTransId="{85214CB7-CECA-41D1-BB69-8FE58FA66093}"/>
    <dgm:cxn modelId="{C6AD0F19-BF3C-4861-A216-4F9E371349DE}" srcId="{F74809B8-E30E-4640-AF12-0C1E945107A6}" destId="{8191853D-3863-4139-B5D2-12CCE592A372}" srcOrd="0" destOrd="0" parTransId="{DB38F83D-8542-4E73-B30F-E119CB408D16}" sibTransId="{7C953C78-C5A4-49EA-9758-A98839D673B4}"/>
    <dgm:cxn modelId="{0BA84749-5A14-4A33-BF4C-7CB7F94BECD5}" type="presOf" srcId="{8191853D-3863-4139-B5D2-12CCE592A372}" destId="{2BE7CEAE-EBC6-4936-8B20-84122C40999D}" srcOrd="1" destOrd="0" presId="urn:microsoft.com/office/officeart/2005/8/layout/orgChart1"/>
    <dgm:cxn modelId="{F3988B99-A3EB-48E3-B4E5-0A3E285D998B}" type="presOf" srcId="{82226BCC-3931-4A0A-8349-E108D55DFE30}" destId="{A0E60770-ECBC-4643-A728-D738E29D0E3F}" srcOrd="1" destOrd="0" presId="urn:microsoft.com/office/officeart/2005/8/layout/orgChart1"/>
    <dgm:cxn modelId="{C538A052-36CC-44FC-8E0E-87393CEB3F52}" type="presOf" srcId="{F74809B8-E30E-4640-AF12-0C1E945107A6}" destId="{0CE61B9E-2EC2-45EB-86F7-79C072DAF055}" srcOrd="1" destOrd="0" presId="urn:microsoft.com/office/officeart/2005/8/layout/orgChart1"/>
    <dgm:cxn modelId="{CEFF7080-9CE6-4155-AB05-3C2AA938BE51}" type="presOf" srcId="{5DF62CDF-4D2E-4861-8446-B6445619F600}" destId="{20DDC42F-A75B-44D9-93F8-3EEC65F075E0}" srcOrd="0" destOrd="0" presId="urn:microsoft.com/office/officeart/2005/8/layout/orgChart1"/>
    <dgm:cxn modelId="{D55D3156-39C2-48FA-8934-09CFDC72DC9C}" type="presOf" srcId="{9F31DBBF-0830-43FC-8294-47C79E3C5616}" destId="{AB7DC26D-111B-4114-823D-3DF6E3F1EDB8}" srcOrd="0" destOrd="0" presId="urn:microsoft.com/office/officeart/2005/8/layout/orgChart1"/>
    <dgm:cxn modelId="{E626F907-592C-4052-8EF2-D87F1E598B57}" type="presOf" srcId="{82226BCC-3931-4A0A-8349-E108D55DFE30}" destId="{86220AC9-91E6-4CA5-9AEB-72C1E9C0A6F6}" srcOrd="0" destOrd="0" presId="urn:microsoft.com/office/officeart/2005/8/layout/orgChart1"/>
    <dgm:cxn modelId="{1DBF59ED-541D-4BB8-994A-B580C5597EDA}" type="presOf" srcId="{1408ABBE-A84F-45CE-AFF9-F22987A72AD6}" destId="{FBD11047-CDF4-4651-880F-CBA77C12AD09}" srcOrd="0" destOrd="0" presId="urn:microsoft.com/office/officeart/2005/8/layout/orgChart1"/>
    <dgm:cxn modelId="{C7C2E273-B6C2-4E9E-AFEB-D35327DE0EB4}" type="presOf" srcId="{2BC98649-ADAB-404A-ADB5-555B1A029726}" destId="{1AEA69CA-D0AB-47CF-90F3-7E69BED6E109}" srcOrd="0" destOrd="0" presId="urn:microsoft.com/office/officeart/2005/8/layout/orgChart1"/>
    <dgm:cxn modelId="{F47F020C-80D1-42B6-878A-70C73C29670F}" type="presOf" srcId="{5DF62CDF-4D2E-4861-8446-B6445619F600}" destId="{B6DF27BD-2B92-49ED-B69D-C78725B1D1DB}" srcOrd="1" destOrd="0" presId="urn:microsoft.com/office/officeart/2005/8/layout/orgChart1"/>
    <dgm:cxn modelId="{CA763A56-2894-4DD1-8DA2-D2DA04FB4784}" type="presOf" srcId="{F74809B8-E30E-4640-AF12-0C1E945107A6}" destId="{ABD851BD-E85E-4E70-9734-1426AF93F003}" srcOrd="0" destOrd="0" presId="urn:microsoft.com/office/officeart/2005/8/layout/orgChart1"/>
    <dgm:cxn modelId="{1EB6F000-2923-4A1F-B77C-33E536943305}" type="presOf" srcId="{DB38F83D-8542-4E73-B30F-E119CB408D16}" destId="{C22AF536-7B49-4A33-A3AB-347084AC0922}" srcOrd="0" destOrd="0" presId="urn:microsoft.com/office/officeart/2005/8/layout/orgChart1"/>
    <dgm:cxn modelId="{00BE7F04-E78A-4135-B9F7-6FFA486D91DF}" type="presParOf" srcId="{AB7DC26D-111B-4114-823D-3DF6E3F1EDB8}" destId="{E8AF5C2C-8E92-4365-9339-0FA73A4AB63D}" srcOrd="0" destOrd="0" presId="urn:microsoft.com/office/officeart/2005/8/layout/orgChart1"/>
    <dgm:cxn modelId="{7026DE62-9C55-48CF-8AF5-4F4E25C0E2BC}" type="presParOf" srcId="{E8AF5C2C-8E92-4365-9339-0FA73A4AB63D}" destId="{05A6F47A-B72D-4E73-8CA7-6055ED96E388}" srcOrd="0" destOrd="0" presId="urn:microsoft.com/office/officeart/2005/8/layout/orgChart1"/>
    <dgm:cxn modelId="{A4601C6C-30C0-47C7-882F-8BA4FACEADF7}" type="presParOf" srcId="{05A6F47A-B72D-4E73-8CA7-6055ED96E388}" destId="{0ADE0E99-2F90-4CC2-962A-BAB1762066E4}" srcOrd="0" destOrd="0" presId="urn:microsoft.com/office/officeart/2005/8/layout/orgChart1"/>
    <dgm:cxn modelId="{491105AB-E630-44D4-BADE-94B39AEAB4DF}" type="presParOf" srcId="{05A6F47A-B72D-4E73-8CA7-6055ED96E388}" destId="{320FC694-F5CF-4A8B-BDEB-08ADD8D4E36C}" srcOrd="1" destOrd="0" presId="urn:microsoft.com/office/officeart/2005/8/layout/orgChart1"/>
    <dgm:cxn modelId="{A2A4CFFB-A02D-4163-9B4E-6F91A5ED8ED6}" type="presParOf" srcId="{E8AF5C2C-8E92-4365-9339-0FA73A4AB63D}" destId="{19DAF98A-6E2D-4F6F-9ED3-D5D1A89A7BB5}" srcOrd="1" destOrd="0" presId="urn:microsoft.com/office/officeart/2005/8/layout/orgChart1"/>
    <dgm:cxn modelId="{E79F3F7C-03C0-492C-9331-5D6A51473861}" type="presParOf" srcId="{19DAF98A-6E2D-4F6F-9ED3-D5D1A89A7BB5}" destId="{75AF6056-7178-4F41-A82F-526D3210BF84}" srcOrd="0" destOrd="0" presId="urn:microsoft.com/office/officeart/2005/8/layout/orgChart1"/>
    <dgm:cxn modelId="{0CC2ECB3-D4C0-4903-89A2-6E62D739BC84}" type="presParOf" srcId="{19DAF98A-6E2D-4F6F-9ED3-D5D1A89A7BB5}" destId="{F7EF68C8-18B2-4987-A59C-001756C71A6D}" srcOrd="1" destOrd="0" presId="urn:microsoft.com/office/officeart/2005/8/layout/orgChart1"/>
    <dgm:cxn modelId="{E583754E-DC86-4EE7-8180-045678A46E42}" type="presParOf" srcId="{F7EF68C8-18B2-4987-A59C-001756C71A6D}" destId="{71340783-0F9B-4BA9-8A87-55D34D25825F}" srcOrd="0" destOrd="0" presId="urn:microsoft.com/office/officeart/2005/8/layout/orgChart1"/>
    <dgm:cxn modelId="{D7204E21-3892-4AAF-8E03-83567193D436}" type="presParOf" srcId="{71340783-0F9B-4BA9-8A87-55D34D25825F}" destId="{ABD851BD-E85E-4E70-9734-1426AF93F003}" srcOrd="0" destOrd="0" presId="urn:microsoft.com/office/officeart/2005/8/layout/orgChart1"/>
    <dgm:cxn modelId="{D2C83134-0227-442E-AE16-7E702B8701A2}" type="presParOf" srcId="{71340783-0F9B-4BA9-8A87-55D34D25825F}" destId="{0CE61B9E-2EC2-45EB-86F7-79C072DAF055}" srcOrd="1" destOrd="0" presId="urn:microsoft.com/office/officeart/2005/8/layout/orgChart1"/>
    <dgm:cxn modelId="{D9F7F05A-8F0A-477C-AA57-E6959C97EF10}" type="presParOf" srcId="{F7EF68C8-18B2-4987-A59C-001756C71A6D}" destId="{A2EACAC6-D94D-4DF6-88BD-BF9B30E63097}" srcOrd="1" destOrd="0" presId="urn:microsoft.com/office/officeart/2005/8/layout/orgChart1"/>
    <dgm:cxn modelId="{38E660D5-FF43-4932-8AC9-7609AA06EC2F}" type="presParOf" srcId="{A2EACAC6-D94D-4DF6-88BD-BF9B30E63097}" destId="{C22AF536-7B49-4A33-A3AB-347084AC0922}" srcOrd="0" destOrd="0" presId="urn:microsoft.com/office/officeart/2005/8/layout/orgChart1"/>
    <dgm:cxn modelId="{9390768D-B735-4AF4-94E6-79E4DF38E6C1}" type="presParOf" srcId="{A2EACAC6-D94D-4DF6-88BD-BF9B30E63097}" destId="{0DC58033-EF60-4BB8-9830-EAD1415041C0}" srcOrd="1" destOrd="0" presId="urn:microsoft.com/office/officeart/2005/8/layout/orgChart1"/>
    <dgm:cxn modelId="{874A699C-45E8-4C3E-BED8-14AE6583B30A}" type="presParOf" srcId="{0DC58033-EF60-4BB8-9830-EAD1415041C0}" destId="{43D90234-9173-4D69-B59F-52A37E3118CC}" srcOrd="0" destOrd="0" presId="urn:microsoft.com/office/officeart/2005/8/layout/orgChart1"/>
    <dgm:cxn modelId="{13BEA4D9-5793-498A-93F0-82EA151C0EB1}" type="presParOf" srcId="{43D90234-9173-4D69-B59F-52A37E3118CC}" destId="{0DA1150B-054B-4D9D-960D-5F5201CA6243}" srcOrd="0" destOrd="0" presId="urn:microsoft.com/office/officeart/2005/8/layout/orgChart1"/>
    <dgm:cxn modelId="{D337E110-9F6D-4E51-8A5D-BC9068F71E3E}" type="presParOf" srcId="{43D90234-9173-4D69-B59F-52A37E3118CC}" destId="{2BE7CEAE-EBC6-4936-8B20-84122C40999D}" srcOrd="1" destOrd="0" presId="urn:microsoft.com/office/officeart/2005/8/layout/orgChart1"/>
    <dgm:cxn modelId="{59B96AA6-B758-4DCC-81BE-E31F4D64610E}" type="presParOf" srcId="{0DC58033-EF60-4BB8-9830-EAD1415041C0}" destId="{3F4BE8CF-AAC4-4526-B04D-57441AEEF1C4}" srcOrd="1" destOrd="0" presId="urn:microsoft.com/office/officeart/2005/8/layout/orgChart1"/>
    <dgm:cxn modelId="{ED0F2412-60BA-4040-BB5F-49079C42A674}" type="presParOf" srcId="{0DC58033-EF60-4BB8-9830-EAD1415041C0}" destId="{EDD456FC-AA72-4503-A6F3-56F201F97787}" srcOrd="2" destOrd="0" presId="urn:microsoft.com/office/officeart/2005/8/layout/orgChart1"/>
    <dgm:cxn modelId="{D796D56F-4FED-43F4-943F-BCB6587110AE}" type="presParOf" srcId="{F7EF68C8-18B2-4987-A59C-001756C71A6D}" destId="{7FF87B5D-1D7D-402E-8026-CBD750DD9614}" srcOrd="2" destOrd="0" presId="urn:microsoft.com/office/officeart/2005/8/layout/orgChart1"/>
    <dgm:cxn modelId="{CEBC78D3-C9B8-40A3-AEDF-BA498ED383DE}" type="presParOf" srcId="{19DAF98A-6E2D-4F6F-9ED3-D5D1A89A7BB5}" destId="{1AEA69CA-D0AB-47CF-90F3-7E69BED6E109}" srcOrd="2" destOrd="0" presId="urn:microsoft.com/office/officeart/2005/8/layout/orgChart1"/>
    <dgm:cxn modelId="{AEBBD948-C572-48B6-999D-7B3B577604D6}" type="presParOf" srcId="{19DAF98A-6E2D-4F6F-9ED3-D5D1A89A7BB5}" destId="{C438521D-754D-4C9E-AA0C-9693B1974D29}" srcOrd="3" destOrd="0" presId="urn:microsoft.com/office/officeart/2005/8/layout/orgChart1"/>
    <dgm:cxn modelId="{80BDF3EF-8A02-4BE2-B439-00636868E001}" type="presParOf" srcId="{C438521D-754D-4C9E-AA0C-9693B1974D29}" destId="{5DC5B3FD-BCA2-4C1C-8C19-7071B6ED1B23}" srcOrd="0" destOrd="0" presId="urn:microsoft.com/office/officeart/2005/8/layout/orgChart1"/>
    <dgm:cxn modelId="{6D2DDA09-8BEC-41E3-9244-C71F891CFC30}" type="presParOf" srcId="{5DC5B3FD-BCA2-4C1C-8C19-7071B6ED1B23}" destId="{E43A3F1A-B55F-4291-B16D-D4C6B1CBCACC}" srcOrd="0" destOrd="0" presId="urn:microsoft.com/office/officeart/2005/8/layout/orgChart1"/>
    <dgm:cxn modelId="{82E5143A-C871-4B70-BB31-D3907592A758}" type="presParOf" srcId="{5DC5B3FD-BCA2-4C1C-8C19-7071B6ED1B23}" destId="{1ACC41CD-6824-4B6E-846B-FEF3CBC25500}" srcOrd="1" destOrd="0" presId="urn:microsoft.com/office/officeart/2005/8/layout/orgChart1"/>
    <dgm:cxn modelId="{1FA078F9-DEE0-4E99-B6CE-0E6156ACFCCC}" type="presParOf" srcId="{C438521D-754D-4C9E-AA0C-9693B1974D29}" destId="{50B47E73-AB38-473E-B286-AFB93AF649A3}" srcOrd="1" destOrd="0" presId="urn:microsoft.com/office/officeart/2005/8/layout/orgChart1"/>
    <dgm:cxn modelId="{17A4E14F-7023-45B4-B733-A30380FE28F0}" type="presParOf" srcId="{50B47E73-AB38-473E-B286-AFB93AF649A3}" destId="{ABB62303-9CF1-46C2-A18B-F7F742F60F6B}" srcOrd="0" destOrd="0" presId="urn:microsoft.com/office/officeart/2005/8/layout/orgChart1"/>
    <dgm:cxn modelId="{6E02FC35-FABD-41D3-A6D4-4969523132A4}" type="presParOf" srcId="{50B47E73-AB38-473E-B286-AFB93AF649A3}" destId="{11013FDC-147F-4E9C-9A36-EFE416745712}" srcOrd="1" destOrd="0" presId="urn:microsoft.com/office/officeart/2005/8/layout/orgChart1"/>
    <dgm:cxn modelId="{CA572B5C-7704-4EBB-893F-70A73ADBA14C}" type="presParOf" srcId="{11013FDC-147F-4E9C-9A36-EFE416745712}" destId="{A3CADB08-78AA-42AA-B7EC-AAA2D36400B8}" srcOrd="0" destOrd="0" presId="urn:microsoft.com/office/officeart/2005/8/layout/orgChart1"/>
    <dgm:cxn modelId="{EF6913B7-6118-4185-953E-75740A3C0D8D}" type="presParOf" srcId="{A3CADB08-78AA-42AA-B7EC-AAA2D36400B8}" destId="{86220AC9-91E6-4CA5-9AEB-72C1E9C0A6F6}" srcOrd="0" destOrd="0" presId="urn:microsoft.com/office/officeart/2005/8/layout/orgChart1"/>
    <dgm:cxn modelId="{368342CA-0ABE-4094-859F-F094B633BB15}" type="presParOf" srcId="{A3CADB08-78AA-42AA-B7EC-AAA2D36400B8}" destId="{A0E60770-ECBC-4643-A728-D738E29D0E3F}" srcOrd="1" destOrd="0" presId="urn:microsoft.com/office/officeart/2005/8/layout/orgChart1"/>
    <dgm:cxn modelId="{75B1C4E6-85DE-4E0F-95AA-C2500754A59B}" type="presParOf" srcId="{11013FDC-147F-4E9C-9A36-EFE416745712}" destId="{D3B1D3CD-30D3-4CEB-ACB7-A8D45A3DF585}" srcOrd="1" destOrd="0" presId="urn:microsoft.com/office/officeart/2005/8/layout/orgChart1"/>
    <dgm:cxn modelId="{7DED1BA8-3DAE-489C-8DB0-D5AE257C29E3}" type="presParOf" srcId="{11013FDC-147F-4E9C-9A36-EFE416745712}" destId="{B34DF49D-E957-45E1-B1CB-D96ABC45EE2C}" srcOrd="2" destOrd="0" presId="urn:microsoft.com/office/officeart/2005/8/layout/orgChart1"/>
    <dgm:cxn modelId="{CDDABC54-9D5A-427A-BC89-332629D57FC3}" type="presParOf" srcId="{C438521D-754D-4C9E-AA0C-9693B1974D29}" destId="{7A0500D4-80C3-4C28-9D0D-34F5F662FB13}" srcOrd="2" destOrd="0" presId="urn:microsoft.com/office/officeart/2005/8/layout/orgChart1"/>
    <dgm:cxn modelId="{C8A56262-8A33-48E5-A454-6A8C734090F8}" type="presParOf" srcId="{19DAF98A-6E2D-4F6F-9ED3-D5D1A89A7BB5}" destId="{BBACDD4D-9120-4847-A451-0D15C4FA2DEB}" srcOrd="4" destOrd="0" presId="urn:microsoft.com/office/officeart/2005/8/layout/orgChart1"/>
    <dgm:cxn modelId="{9F2A9628-F5CA-4D84-BAC3-4202C3BDBA04}" type="presParOf" srcId="{19DAF98A-6E2D-4F6F-9ED3-D5D1A89A7BB5}" destId="{E21B4A75-57F4-496E-B913-708BA8CE5E76}" srcOrd="5" destOrd="0" presId="urn:microsoft.com/office/officeart/2005/8/layout/orgChart1"/>
    <dgm:cxn modelId="{CB75569D-FB22-480D-ABAF-3E13C78A9395}" type="presParOf" srcId="{E21B4A75-57F4-496E-B913-708BA8CE5E76}" destId="{862EB1E5-B81D-463B-BA9A-E5AE60B7B24A}" srcOrd="0" destOrd="0" presId="urn:microsoft.com/office/officeart/2005/8/layout/orgChart1"/>
    <dgm:cxn modelId="{96500F1F-F35E-45D8-844C-322F621D7436}" type="presParOf" srcId="{862EB1E5-B81D-463B-BA9A-E5AE60B7B24A}" destId="{20DDC42F-A75B-44D9-93F8-3EEC65F075E0}" srcOrd="0" destOrd="0" presId="urn:microsoft.com/office/officeart/2005/8/layout/orgChart1"/>
    <dgm:cxn modelId="{4DF82B28-28C5-4405-B0A6-775AE6D5CB14}" type="presParOf" srcId="{862EB1E5-B81D-463B-BA9A-E5AE60B7B24A}" destId="{B6DF27BD-2B92-49ED-B69D-C78725B1D1DB}" srcOrd="1" destOrd="0" presId="urn:microsoft.com/office/officeart/2005/8/layout/orgChart1"/>
    <dgm:cxn modelId="{53B67C71-CA64-4F67-9262-F42B85E893A4}" type="presParOf" srcId="{E21B4A75-57F4-496E-B913-708BA8CE5E76}" destId="{E43728F7-BB0B-4F68-9F59-E78F3D720981}" srcOrd="1" destOrd="0" presId="urn:microsoft.com/office/officeart/2005/8/layout/orgChart1"/>
    <dgm:cxn modelId="{9D5DB57F-9A2D-4322-A49D-F23AAFB98348}" type="presParOf" srcId="{E43728F7-BB0B-4F68-9F59-E78F3D720981}" destId="{FBD11047-CDF4-4651-880F-CBA77C12AD09}" srcOrd="0" destOrd="0" presId="urn:microsoft.com/office/officeart/2005/8/layout/orgChart1"/>
    <dgm:cxn modelId="{AF0AEB91-BB14-48ED-9430-C56B58148D20}" type="presParOf" srcId="{E43728F7-BB0B-4F68-9F59-E78F3D720981}" destId="{92939A4E-9882-4848-9034-E50C8F2E501C}" srcOrd="1" destOrd="0" presId="urn:microsoft.com/office/officeart/2005/8/layout/orgChart1"/>
    <dgm:cxn modelId="{FCB7DBF9-C37A-4739-BAA1-CD15A3CB0CED}" type="presParOf" srcId="{92939A4E-9882-4848-9034-E50C8F2E501C}" destId="{B8BC31AE-51D6-4831-A568-B33A0F2BF035}" srcOrd="0" destOrd="0" presId="urn:microsoft.com/office/officeart/2005/8/layout/orgChart1"/>
    <dgm:cxn modelId="{FC29A180-A25B-46C7-87A3-60C7AAC656DB}" type="presParOf" srcId="{B8BC31AE-51D6-4831-A568-B33A0F2BF035}" destId="{8F5189C1-34A9-4DE6-BAD2-50905CD3A5DA}" srcOrd="0" destOrd="0" presId="urn:microsoft.com/office/officeart/2005/8/layout/orgChart1"/>
    <dgm:cxn modelId="{676D4705-E5BA-413E-80A1-8D7187684A25}" type="presParOf" srcId="{B8BC31AE-51D6-4831-A568-B33A0F2BF035}" destId="{9F4FCFB5-EFDB-4B9A-BF79-E28CB7D57CFF}" srcOrd="1" destOrd="0" presId="urn:microsoft.com/office/officeart/2005/8/layout/orgChart1"/>
    <dgm:cxn modelId="{AA326055-90E7-4F5A-BFB0-E8679F684A0E}" type="presParOf" srcId="{92939A4E-9882-4848-9034-E50C8F2E501C}" destId="{E06054C4-E3DB-4E44-8B28-093D66000933}" srcOrd="1" destOrd="0" presId="urn:microsoft.com/office/officeart/2005/8/layout/orgChart1"/>
    <dgm:cxn modelId="{A7A28E46-D3C0-402E-9D43-8BBFB04DD175}" type="presParOf" srcId="{92939A4E-9882-4848-9034-E50C8F2E501C}" destId="{B5DE1C49-51A4-4F10-B83D-878E019323E6}" srcOrd="2" destOrd="0" presId="urn:microsoft.com/office/officeart/2005/8/layout/orgChart1"/>
    <dgm:cxn modelId="{4AFF075F-E9AC-4649-AEE9-026B92CE962F}" type="presParOf" srcId="{E21B4A75-57F4-496E-B913-708BA8CE5E76}" destId="{65531FD1-B9EB-4DA5-8FF4-87377A8F1FE9}" srcOrd="2" destOrd="0" presId="urn:microsoft.com/office/officeart/2005/8/layout/orgChart1"/>
    <dgm:cxn modelId="{BF479BFF-00F7-44E1-9E9A-C477D3FD243C}" type="presParOf" srcId="{E8AF5C2C-8E92-4365-9339-0FA73A4AB63D}" destId="{2B5D24CE-8A98-4685-AC0C-47753839B0F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24920E9-A880-4526-B166-7116B54BA95A}" type="doc">
      <dgm:prSet loTypeId="urn:microsoft.com/office/officeart/2005/8/layout/hProcess7#1" loCatId="list" qsTypeId="urn:microsoft.com/office/officeart/2005/8/quickstyle/simple1" qsCatId="simple" csTypeId="urn:microsoft.com/office/officeart/2005/8/colors/colorful5" csCatId="colorful" phldr="1"/>
      <dgm:spPr/>
      <dgm:t>
        <a:bodyPr/>
        <a:lstStyle/>
        <a:p>
          <a:endParaRPr lang="es-MX"/>
        </a:p>
      </dgm:t>
    </dgm:pt>
    <dgm:pt modelId="{769D64E3-912B-4FDB-A7F0-5E2A5003BAE3}">
      <dgm:prSet phldrT="[Texto]"/>
      <dgm:spPr>
        <a:xfrm>
          <a:off x="415" y="528101"/>
          <a:ext cx="1786830" cy="2144196"/>
        </a:xfrm>
        <a:solidFill>
          <a:srgbClr val="4BACC6">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r>
            <a:rPr lang="es-MX" b="1" dirty="0">
              <a:solidFill>
                <a:sysClr val="window" lastClr="FFFFFF"/>
              </a:solidFill>
              <a:latin typeface="Calibri"/>
              <a:ea typeface="+mn-ea"/>
              <a:cs typeface="+mn-cs"/>
            </a:rPr>
            <a:t>GRAMÁTICA LIMPIA</a:t>
          </a:r>
        </a:p>
      </dgm:t>
    </dgm:pt>
    <dgm:pt modelId="{AF0A1B22-0077-41F2-8BDD-C54A576AE8D3}" type="parTrans" cxnId="{D65B4528-DFAD-483A-AA86-D4A56C3260B4}">
      <dgm:prSet/>
      <dgm:spPr/>
      <dgm:t>
        <a:bodyPr/>
        <a:lstStyle/>
        <a:p>
          <a:endParaRPr lang="es-MX"/>
        </a:p>
      </dgm:t>
    </dgm:pt>
    <dgm:pt modelId="{E9506AA0-2C59-48F4-B9D3-75F40D85E570}" type="sibTrans" cxnId="{D65B4528-DFAD-483A-AA86-D4A56C3260B4}">
      <dgm:prSet/>
      <dgm:spPr/>
      <dgm:t>
        <a:bodyPr/>
        <a:lstStyle/>
        <a:p>
          <a:endParaRPr lang="es-MX"/>
        </a:p>
      </dgm:t>
    </dgm:pt>
    <dgm:pt modelId="{B6C14F16-F3AF-4791-B746-019C22F46EAD}">
      <dgm:prSet phldrT="[Texto]"/>
      <dgm:spPr>
        <a:xfrm>
          <a:off x="357781" y="528101"/>
          <a:ext cx="1331188" cy="2144196"/>
        </a:xfrm>
        <a:noFill/>
        <a:ln w="25400" cap="flat" cmpd="sng" algn="ctr">
          <a:noFill/>
          <a:prstDash val="solid"/>
        </a:ln>
        <a:effectLst/>
        <a:sp3d/>
      </dgm:spPr>
      <dgm:t>
        <a:bodyPr/>
        <a:lstStyle/>
        <a:p>
          <a:r>
            <a:rPr lang="es-MX" dirty="0">
              <a:solidFill>
                <a:sysClr val="window" lastClr="FFFFFF"/>
              </a:solidFill>
              <a:latin typeface="Calibri"/>
              <a:ea typeface="+mn-ea"/>
              <a:cs typeface="+mn-cs"/>
            </a:rPr>
            <a:t>Una gramática esta limpia , si no tiene reglas innecesarias ni </a:t>
          </a:r>
          <a:r>
            <a:rPr lang="es-MX" dirty="0" smtClean="0">
              <a:solidFill>
                <a:sysClr val="window" lastClr="FFFFFF"/>
              </a:solidFill>
              <a:latin typeface="Calibri"/>
              <a:ea typeface="+mn-ea"/>
              <a:cs typeface="+mn-cs"/>
            </a:rPr>
            <a:t>símbolos </a:t>
          </a:r>
          <a:r>
            <a:rPr lang="es-MX" dirty="0">
              <a:solidFill>
                <a:sysClr val="window" lastClr="FFFFFF"/>
              </a:solidFill>
              <a:latin typeface="Calibri"/>
              <a:ea typeface="+mn-ea"/>
              <a:cs typeface="+mn-cs"/>
            </a:rPr>
            <a:t>no generativos, ni inaccesibles.</a:t>
          </a:r>
        </a:p>
      </dgm:t>
    </dgm:pt>
    <dgm:pt modelId="{59DB72DF-5838-4F7B-B53D-888F3DBECDD0}" type="parTrans" cxnId="{75AA0B16-60B4-4B98-BD0B-F0216A6C685C}">
      <dgm:prSet/>
      <dgm:spPr/>
      <dgm:t>
        <a:bodyPr/>
        <a:lstStyle/>
        <a:p>
          <a:endParaRPr lang="es-MX"/>
        </a:p>
      </dgm:t>
    </dgm:pt>
    <dgm:pt modelId="{CB93CC3B-7266-48B7-8A35-850F181C62FE}" type="sibTrans" cxnId="{75AA0B16-60B4-4B98-BD0B-F0216A6C685C}">
      <dgm:prSet/>
      <dgm:spPr/>
      <dgm:t>
        <a:bodyPr/>
        <a:lstStyle/>
        <a:p>
          <a:endParaRPr lang="es-MX"/>
        </a:p>
      </dgm:t>
    </dgm:pt>
    <dgm:pt modelId="{40FEAF3A-B867-42E9-8B3B-147D9B64BC9C}">
      <dgm:prSet phldrT="[Texto]"/>
      <dgm:spPr>
        <a:xfrm>
          <a:off x="1849784" y="528101"/>
          <a:ext cx="1786830" cy="2144196"/>
        </a:xfrm>
        <a:solidFill>
          <a:srgbClr val="4BACC6">
            <a:hueOff val="-4966938"/>
            <a:satOff val="19906"/>
            <a:lumOff val="4314"/>
            <a:alphaOff val="0"/>
          </a:srgbClr>
        </a:solidFill>
        <a:ln w="25400" cap="flat" cmpd="sng" algn="ctr">
          <a:solidFill>
            <a:sysClr val="window" lastClr="FFFFFF">
              <a:hueOff val="0"/>
              <a:satOff val="0"/>
              <a:lumOff val="0"/>
              <a:alphaOff val="0"/>
            </a:sysClr>
          </a:solidFill>
          <a:prstDash val="solid"/>
        </a:ln>
        <a:effectLst/>
      </dgm:spPr>
      <dgm:t>
        <a:bodyPr/>
        <a:lstStyle/>
        <a:p>
          <a:r>
            <a:rPr lang="es-MX" b="1" dirty="0">
              <a:solidFill>
                <a:sysClr val="window" lastClr="FFFFFF"/>
              </a:solidFill>
              <a:latin typeface="Calibri"/>
              <a:ea typeface="+mn-ea"/>
              <a:cs typeface="+mn-cs"/>
            </a:rPr>
            <a:t>REGLAS REDENOMINACIÓN</a:t>
          </a:r>
        </a:p>
      </dgm:t>
    </dgm:pt>
    <dgm:pt modelId="{2B9096F8-9949-4E40-8BAE-B9A8B99EA086}" type="parTrans" cxnId="{DC995477-F7D4-46F0-B62A-980306076826}">
      <dgm:prSet/>
      <dgm:spPr/>
      <dgm:t>
        <a:bodyPr/>
        <a:lstStyle/>
        <a:p>
          <a:endParaRPr lang="es-MX"/>
        </a:p>
      </dgm:t>
    </dgm:pt>
    <dgm:pt modelId="{F4BD6597-8EC7-406E-93DF-A7E3F35E95BD}" type="sibTrans" cxnId="{DC995477-F7D4-46F0-B62A-980306076826}">
      <dgm:prSet/>
      <dgm:spPr/>
      <dgm:t>
        <a:bodyPr/>
        <a:lstStyle/>
        <a:p>
          <a:endParaRPr lang="es-MX"/>
        </a:p>
      </dgm:t>
    </dgm:pt>
    <dgm:pt modelId="{516660C4-9337-43B3-B080-4761B9B41D2F}">
      <dgm:prSet phldrT="[Texto]"/>
      <dgm:spPr>
        <a:xfrm>
          <a:off x="2207150" y="528101"/>
          <a:ext cx="1331188" cy="2144196"/>
        </a:xfrm>
        <a:noFill/>
        <a:ln w="25400" cap="flat" cmpd="sng" algn="ctr">
          <a:noFill/>
          <a:prstDash val="solid"/>
        </a:ln>
        <a:effectLst/>
        <a:sp3d/>
      </dgm:spPr>
      <dgm:t>
        <a:bodyPr/>
        <a:lstStyle/>
        <a:p>
          <a:r>
            <a:rPr lang="es-MX" dirty="0">
              <a:solidFill>
                <a:sysClr val="window" lastClr="FFFFFF"/>
              </a:solidFill>
              <a:latin typeface="Calibri"/>
              <a:ea typeface="+mn-ea"/>
              <a:cs typeface="+mn-cs"/>
            </a:rPr>
            <a:t>Reglas en las que hay un </a:t>
          </a:r>
          <a:r>
            <a:rPr lang="es-MX" dirty="0" smtClean="0">
              <a:solidFill>
                <a:sysClr val="window" lastClr="FFFFFF"/>
              </a:solidFill>
              <a:latin typeface="Calibri"/>
              <a:ea typeface="+mn-ea"/>
              <a:cs typeface="+mn-cs"/>
            </a:rPr>
            <a:t>único símbolo </a:t>
          </a:r>
          <a:r>
            <a:rPr lang="es-MX" dirty="0">
              <a:solidFill>
                <a:sysClr val="window" lastClr="FFFFFF"/>
              </a:solidFill>
              <a:latin typeface="Calibri"/>
              <a:ea typeface="+mn-ea"/>
              <a:cs typeface="+mn-cs"/>
            </a:rPr>
            <a:t>no terminal, en la parte izquierda y derecha.</a:t>
          </a:r>
        </a:p>
        <a:p>
          <a:r>
            <a:rPr lang="es-MX" dirty="0">
              <a:solidFill>
                <a:sysClr val="window" lastClr="FFFFFF"/>
              </a:solidFill>
              <a:latin typeface="Calibri"/>
              <a:ea typeface="+mn-ea"/>
              <a:cs typeface="+mn-cs"/>
            </a:rPr>
            <a:t>A ::=B, A,B</a:t>
          </a:r>
          <a:r>
            <a:rPr lang="es-MX" dirty="0">
              <a:solidFill>
                <a:sysClr val="window" lastClr="FFFFFF"/>
              </a:solidFill>
              <a:latin typeface="Times New Roman"/>
              <a:ea typeface="+mn-ea"/>
              <a:cs typeface="Times New Roman"/>
            </a:rPr>
            <a:t>€∑N</a:t>
          </a:r>
          <a:endParaRPr lang="es-MX" dirty="0">
            <a:solidFill>
              <a:sysClr val="window" lastClr="FFFFFF"/>
            </a:solidFill>
            <a:latin typeface="Calibri"/>
            <a:ea typeface="+mn-ea"/>
            <a:cs typeface="+mn-cs"/>
          </a:endParaRPr>
        </a:p>
      </dgm:t>
    </dgm:pt>
    <dgm:pt modelId="{6DDB903F-CCA1-4C4F-96E0-59CD122080B3}" type="parTrans" cxnId="{077F89D9-88AF-447C-9F91-96138CE6D609}">
      <dgm:prSet/>
      <dgm:spPr/>
      <dgm:t>
        <a:bodyPr/>
        <a:lstStyle/>
        <a:p>
          <a:endParaRPr lang="es-MX"/>
        </a:p>
      </dgm:t>
    </dgm:pt>
    <dgm:pt modelId="{83CCB164-2C98-49EB-97E8-8BE42BA382D6}" type="sibTrans" cxnId="{077F89D9-88AF-447C-9F91-96138CE6D609}">
      <dgm:prSet/>
      <dgm:spPr/>
      <dgm:t>
        <a:bodyPr/>
        <a:lstStyle/>
        <a:p>
          <a:endParaRPr lang="es-MX"/>
        </a:p>
      </dgm:t>
    </dgm:pt>
    <dgm:pt modelId="{540CDF3A-FCF2-410F-B251-8B2F83301929}">
      <dgm:prSet phldrT="[Texto]"/>
      <dgm:spPr>
        <a:xfrm>
          <a:off x="3699154" y="528101"/>
          <a:ext cx="1786830" cy="2144196"/>
        </a:xfrm>
        <a:solidFill>
          <a:srgbClr val="4BACC6">
            <a:hueOff val="-9933876"/>
            <a:satOff val="39811"/>
            <a:lumOff val="8628"/>
            <a:alphaOff val="0"/>
          </a:srgbClr>
        </a:solidFill>
        <a:ln w="25400" cap="flat" cmpd="sng" algn="ctr">
          <a:solidFill>
            <a:sysClr val="window" lastClr="FFFFFF">
              <a:hueOff val="0"/>
              <a:satOff val="0"/>
              <a:lumOff val="0"/>
              <a:alphaOff val="0"/>
            </a:sysClr>
          </a:solidFill>
          <a:prstDash val="solid"/>
        </a:ln>
        <a:effectLst/>
      </dgm:spPr>
      <dgm:t>
        <a:bodyPr/>
        <a:lstStyle/>
        <a:p>
          <a:r>
            <a:rPr lang="es-MX" b="1" dirty="0">
              <a:solidFill>
                <a:sysClr val="window" lastClr="FFFFFF"/>
              </a:solidFill>
              <a:latin typeface="Calibri"/>
              <a:ea typeface="+mn-ea"/>
              <a:cs typeface="+mn-cs"/>
            </a:rPr>
            <a:t>GRAMÁTICA BIEN FORMADA</a:t>
          </a:r>
        </a:p>
      </dgm:t>
    </dgm:pt>
    <dgm:pt modelId="{3CE21997-13F5-4244-BEFB-8583A9535837}" type="parTrans" cxnId="{CB39F067-C970-46FD-B612-EDBE516B33EF}">
      <dgm:prSet/>
      <dgm:spPr/>
      <dgm:t>
        <a:bodyPr/>
        <a:lstStyle/>
        <a:p>
          <a:endParaRPr lang="es-MX"/>
        </a:p>
      </dgm:t>
    </dgm:pt>
    <dgm:pt modelId="{D5279984-1284-4FBE-A817-40DA2F2AC15A}" type="sibTrans" cxnId="{CB39F067-C970-46FD-B612-EDBE516B33EF}">
      <dgm:prSet/>
      <dgm:spPr/>
      <dgm:t>
        <a:bodyPr/>
        <a:lstStyle/>
        <a:p>
          <a:endParaRPr lang="es-MX"/>
        </a:p>
      </dgm:t>
    </dgm:pt>
    <dgm:pt modelId="{59A1E073-548F-43FF-8B4D-CEEADE657890}">
      <dgm:prSet phldrT="[Texto]"/>
      <dgm:spPr>
        <a:xfrm>
          <a:off x="4056520" y="528101"/>
          <a:ext cx="1331188" cy="2144196"/>
        </a:xfrm>
        <a:noFill/>
        <a:ln w="25400" cap="flat" cmpd="sng" algn="ctr">
          <a:noFill/>
          <a:prstDash val="solid"/>
        </a:ln>
        <a:effectLst/>
        <a:sp3d/>
      </dgm:spPr>
      <dgm:t>
        <a:bodyPr/>
        <a:lstStyle/>
        <a:p>
          <a:r>
            <a:rPr lang="es-MX" dirty="0">
              <a:solidFill>
                <a:sysClr val="window" lastClr="FFFFFF"/>
              </a:solidFill>
              <a:latin typeface="Calibri"/>
              <a:ea typeface="+mn-ea"/>
              <a:cs typeface="+mn-cs"/>
            </a:rPr>
            <a:t>Esta bien formada si no tiene reglas de </a:t>
          </a:r>
          <a:r>
            <a:rPr lang="es-MX" dirty="0" smtClean="0">
              <a:solidFill>
                <a:sysClr val="window" lastClr="FFFFFF"/>
              </a:solidFill>
              <a:latin typeface="Calibri"/>
              <a:ea typeface="+mn-ea"/>
              <a:cs typeface="+mn-cs"/>
            </a:rPr>
            <a:t>rede-nominación </a:t>
          </a:r>
          <a:r>
            <a:rPr lang="es-MX" dirty="0">
              <a:solidFill>
                <a:sysClr val="window" lastClr="FFFFFF"/>
              </a:solidFill>
              <a:latin typeface="Calibri"/>
              <a:ea typeface="+mn-ea"/>
              <a:cs typeface="+mn-cs"/>
            </a:rPr>
            <a:t>ni reglas no generativas.</a:t>
          </a:r>
        </a:p>
      </dgm:t>
    </dgm:pt>
    <dgm:pt modelId="{DEA49FEE-1437-4A2C-9279-DBF87A88249F}" type="parTrans" cxnId="{3E18B748-B92E-48DD-8684-6EEA6B23B606}">
      <dgm:prSet/>
      <dgm:spPr/>
      <dgm:t>
        <a:bodyPr/>
        <a:lstStyle/>
        <a:p>
          <a:endParaRPr lang="es-MX"/>
        </a:p>
      </dgm:t>
    </dgm:pt>
    <dgm:pt modelId="{6BF96CF1-6486-4691-A331-73A642C305A0}" type="sibTrans" cxnId="{3E18B748-B92E-48DD-8684-6EEA6B23B606}">
      <dgm:prSet/>
      <dgm:spPr/>
      <dgm:t>
        <a:bodyPr/>
        <a:lstStyle/>
        <a:p>
          <a:endParaRPr lang="es-MX"/>
        </a:p>
      </dgm:t>
    </dgm:pt>
    <dgm:pt modelId="{0A2D54EE-4841-47D4-9858-E4017B8CDBC6}">
      <dgm:prSet phldrT="[Texto]"/>
      <dgm:spPr>
        <a:xfrm>
          <a:off x="4056520" y="528101"/>
          <a:ext cx="1331188" cy="2144196"/>
        </a:xfrm>
        <a:noFill/>
        <a:ln w="25400" cap="flat" cmpd="sng" algn="ctr">
          <a:noFill/>
          <a:prstDash val="solid"/>
        </a:ln>
        <a:effectLst/>
        <a:sp3d/>
      </dgm:spPr>
      <dgm:t>
        <a:bodyPr/>
        <a:lstStyle/>
        <a:p>
          <a:endParaRPr lang="es-MX" dirty="0">
            <a:solidFill>
              <a:sysClr val="window" lastClr="FFFFFF"/>
            </a:solidFill>
            <a:latin typeface="Calibri"/>
            <a:ea typeface="+mn-ea"/>
            <a:cs typeface="+mn-cs"/>
          </a:endParaRPr>
        </a:p>
      </dgm:t>
    </dgm:pt>
    <dgm:pt modelId="{2AD2EDDC-CE9E-465E-A71B-A866CBAA7737}" type="parTrans" cxnId="{487FCB13-7CDD-423D-ACA1-AA8AB77E3605}">
      <dgm:prSet/>
      <dgm:spPr/>
      <dgm:t>
        <a:bodyPr/>
        <a:lstStyle/>
        <a:p>
          <a:endParaRPr lang="es-MX"/>
        </a:p>
      </dgm:t>
    </dgm:pt>
    <dgm:pt modelId="{3C713932-359F-4A19-A31E-164255622EAD}" type="sibTrans" cxnId="{487FCB13-7CDD-423D-ACA1-AA8AB77E3605}">
      <dgm:prSet/>
      <dgm:spPr/>
      <dgm:t>
        <a:bodyPr/>
        <a:lstStyle/>
        <a:p>
          <a:endParaRPr lang="es-MX"/>
        </a:p>
      </dgm:t>
    </dgm:pt>
    <dgm:pt modelId="{A989F60A-735D-4A8F-A883-6A40196DF41F}">
      <dgm:prSet phldrT="[Texto]"/>
      <dgm:spPr>
        <a:xfrm>
          <a:off x="4056520" y="528101"/>
          <a:ext cx="1331188" cy="2144196"/>
        </a:xfrm>
        <a:noFill/>
        <a:ln w="25400" cap="flat" cmpd="sng" algn="ctr">
          <a:noFill/>
          <a:prstDash val="solid"/>
        </a:ln>
        <a:effectLst/>
        <a:sp3d/>
      </dgm:spPr>
      <dgm:t>
        <a:bodyPr/>
        <a:lstStyle/>
        <a:p>
          <a:endParaRPr lang="es-MX" dirty="0">
            <a:solidFill>
              <a:sysClr val="window" lastClr="FFFFFF"/>
            </a:solidFill>
            <a:latin typeface="Calibri"/>
            <a:ea typeface="+mn-ea"/>
            <a:cs typeface="+mn-cs"/>
          </a:endParaRPr>
        </a:p>
      </dgm:t>
    </dgm:pt>
    <dgm:pt modelId="{BF0B8EFC-84F4-468F-9AFD-B2903DA722C6}" type="sibTrans" cxnId="{7C023AE0-C34F-4F5D-990C-3E35F45F983B}">
      <dgm:prSet/>
      <dgm:spPr/>
      <dgm:t>
        <a:bodyPr/>
        <a:lstStyle/>
        <a:p>
          <a:endParaRPr lang="es-MX"/>
        </a:p>
      </dgm:t>
    </dgm:pt>
    <dgm:pt modelId="{4E0D37CD-B62C-4127-9B66-5B4DF06C1FB6}" type="parTrans" cxnId="{7C023AE0-C34F-4F5D-990C-3E35F45F983B}">
      <dgm:prSet/>
      <dgm:spPr/>
      <dgm:t>
        <a:bodyPr/>
        <a:lstStyle/>
        <a:p>
          <a:endParaRPr lang="es-MX"/>
        </a:p>
      </dgm:t>
    </dgm:pt>
    <dgm:pt modelId="{D6EFB459-34B4-461C-B43A-BD3268472D09}" type="pres">
      <dgm:prSet presAssocID="{B24920E9-A880-4526-B166-7116B54BA95A}" presName="Name0" presStyleCnt="0">
        <dgm:presLayoutVars>
          <dgm:dir/>
          <dgm:animLvl val="lvl"/>
          <dgm:resizeHandles val="exact"/>
        </dgm:presLayoutVars>
      </dgm:prSet>
      <dgm:spPr/>
      <dgm:t>
        <a:bodyPr/>
        <a:lstStyle/>
        <a:p>
          <a:endParaRPr lang="es-MX"/>
        </a:p>
      </dgm:t>
    </dgm:pt>
    <dgm:pt modelId="{7C02D577-9EA6-49CA-BB58-75AA53683F0C}" type="pres">
      <dgm:prSet presAssocID="{769D64E3-912B-4FDB-A7F0-5E2A5003BAE3}" presName="compositeNode" presStyleCnt="0">
        <dgm:presLayoutVars>
          <dgm:bulletEnabled val="1"/>
        </dgm:presLayoutVars>
      </dgm:prSet>
      <dgm:spPr/>
    </dgm:pt>
    <dgm:pt modelId="{97CBF3C3-8836-4D90-AED0-49622BF3AD35}" type="pres">
      <dgm:prSet presAssocID="{769D64E3-912B-4FDB-A7F0-5E2A5003BAE3}" presName="bgRect" presStyleLbl="node1" presStyleIdx="0" presStyleCnt="3"/>
      <dgm:spPr>
        <a:prstGeom prst="roundRect">
          <a:avLst>
            <a:gd name="adj" fmla="val 5000"/>
          </a:avLst>
        </a:prstGeom>
      </dgm:spPr>
      <dgm:t>
        <a:bodyPr/>
        <a:lstStyle/>
        <a:p>
          <a:endParaRPr lang="es-MX"/>
        </a:p>
      </dgm:t>
    </dgm:pt>
    <dgm:pt modelId="{72FE71AC-5DC5-4152-B8D4-9CACA17121D6}" type="pres">
      <dgm:prSet presAssocID="{769D64E3-912B-4FDB-A7F0-5E2A5003BAE3}" presName="parentNode" presStyleLbl="node1" presStyleIdx="0" presStyleCnt="3">
        <dgm:presLayoutVars>
          <dgm:chMax val="0"/>
          <dgm:bulletEnabled val="1"/>
        </dgm:presLayoutVars>
      </dgm:prSet>
      <dgm:spPr/>
      <dgm:t>
        <a:bodyPr/>
        <a:lstStyle/>
        <a:p>
          <a:endParaRPr lang="es-MX"/>
        </a:p>
      </dgm:t>
    </dgm:pt>
    <dgm:pt modelId="{6A0703BA-7DAF-4C88-A683-650A025B0417}" type="pres">
      <dgm:prSet presAssocID="{769D64E3-912B-4FDB-A7F0-5E2A5003BAE3}" presName="childNode" presStyleLbl="node1" presStyleIdx="0" presStyleCnt="3">
        <dgm:presLayoutVars>
          <dgm:bulletEnabled val="1"/>
        </dgm:presLayoutVars>
      </dgm:prSet>
      <dgm:spPr>
        <a:prstGeom prst="rect">
          <a:avLst/>
        </a:prstGeom>
      </dgm:spPr>
      <dgm:t>
        <a:bodyPr/>
        <a:lstStyle/>
        <a:p>
          <a:endParaRPr lang="es-MX"/>
        </a:p>
      </dgm:t>
    </dgm:pt>
    <dgm:pt modelId="{9E724163-5BB3-4613-87A7-39CCABFD5D68}" type="pres">
      <dgm:prSet presAssocID="{E9506AA0-2C59-48F4-B9D3-75F40D85E570}" presName="hSp" presStyleCnt="0"/>
      <dgm:spPr/>
    </dgm:pt>
    <dgm:pt modelId="{1E4846B5-9DE3-43D6-ABA6-1534F98F61F3}" type="pres">
      <dgm:prSet presAssocID="{E9506AA0-2C59-48F4-B9D3-75F40D85E570}" presName="vProcSp" presStyleCnt="0"/>
      <dgm:spPr/>
    </dgm:pt>
    <dgm:pt modelId="{E6572D51-7BC1-4889-921F-D1EFDDD12C12}" type="pres">
      <dgm:prSet presAssocID="{E9506AA0-2C59-48F4-B9D3-75F40D85E570}" presName="vSp1" presStyleCnt="0"/>
      <dgm:spPr/>
    </dgm:pt>
    <dgm:pt modelId="{D9652736-AFD8-47E5-B89A-64583751A5C7}" type="pres">
      <dgm:prSet presAssocID="{E9506AA0-2C59-48F4-B9D3-75F40D85E570}" presName="simulatedConn" presStyleLbl="solidFgAcc1" presStyleIdx="0" presStyleCnt="2"/>
      <dgm:spPr>
        <a:xfrm rot="5400000">
          <a:off x="1701237" y="2231370"/>
          <a:ext cx="314962" cy="268024"/>
        </a:xfrm>
        <a:prstGeom prst="flowChartExtract">
          <a:avLst/>
        </a:prstGeom>
        <a:solidFill>
          <a:sysClr val="window" lastClr="FFFFFF">
            <a:hueOff val="0"/>
            <a:satOff val="0"/>
            <a:lumOff val="0"/>
            <a:alphaOff val="0"/>
          </a:sysClr>
        </a:solidFill>
        <a:ln w="25400" cap="flat" cmpd="sng" algn="ctr">
          <a:solidFill>
            <a:srgbClr val="4BACC6">
              <a:hueOff val="0"/>
              <a:satOff val="0"/>
              <a:lumOff val="0"/>
              <a:alphaOff val="0"/>
            </a:srgbClr>
          </a:solidFill>
          <a:prstDash val="solid"/>
        </a:ln>
        <a:effectLst/>
      </dgm:spPr>
      <dgm:t>
        <a:bodyPr/>
        <a:lstStyle/>
        <a:p>
          <a:endParaRPr lang="es-MX"/>
        </a:p>
      </dgm:t>
    </dgm:pt>
    <dgm:pt modelId="{E1AF6DEE-DF15-42D9-BEA1-C22C480C59D6}" type="pres">
      <dgm:prSet presAssocID="{E9506AA0-2C59-48F4-B9D3-75F40D85E570}" presName="vSp2" presStyleCnt="0"/>
      <dgm:spPr/>
    </dgm:pt>
    <dgm:pt modelId="{308CCC5A-5600-4C8A-A86F-D50D96FBB24A}" type="pres">
      <dgm:prSet presAssocID="{E9506AA0-2C59-48F4-B9D3-75F40D85E570}" presName="sibTrans" presStyleCnt="0"/>
      <dgm:spPr/>
    </dgm:pt>
    <dgm:pt modelId="{CF5403C9-4D45-46E2-88E5-93001DDF23C4}" type="pres">
      <dgm:prSet presAssocID="{40FEAF3A-B867-42E9-8B3B-147D9B64BC9C}" presName="compositeNode" presStyleCnt="0">
        <dgm:presLayoutVars>
          <dgm:bulletEnabled val="1"/>
        </dgm:presLayoutVars>
      </dgm:prSet>
      <dgm:spPr/>
    </dgm:pt>
    <dgm:pt modelId="{B96770B5-923D-4AFF-AC02-AFF8DFBE812B}" type="pres">
      <dgm:prSet presAssocID="{40FEAF3A-B867-42E9-8B3B-147D9B64BC9C}" presName="bgRect" presStyleLbl="node1" presStyleIdx="1" presStyleCnt="3"/>
      <dgm:spPr>
        <a:prstGeom prst="roundRect">
          <a:avLst>
            <a:gd name="adj" fmla="val 5000"/>
          </a:avLst>
        </a:prstGeom>
      </dgm:spPr>
      <dgm:t>
        <a:bodyPr/>
        <a:lstStyle/>
        <a:p>
          <a:endParaRPr lang="es-MX"/>
        </a:p>
      </dgm:t>
    </dgm:pt>
    <dgm:pt modelId="{5A80BBC0-EA31-4263-9ABF-D12A4F991DB5}" type="pres">
      <dgm:prSet presAssocID="{40FEAF3A-B867-42E9-8B3B-147D9B64BC9C}" presName="parentNode" presStyleLbl="node1" presStyleIdx="1" presStyleCnt="3">
        <dgm:presLayoutVars>
          <dgm:chMax val="0"/>
          <dgm:bulletEnabled val="1"/>
        </dgm:presLayoutVars>
      </dgm:prSet>
      <dgm:spPr/>
      <dgm:t>
        <a:bodyPr/>
        <a:lstStyle/>
        <a:p>
          <a:endParaRPr lang="es-MX"/>
        </a:p>
      </dgm:t>
    </dgm:pt>
    <dgm:pt modelId="{C6FF8FDE-C4F2-4543-AAD3-3325E6D3AA23}" type="pres">
      <dgm:prSet presAssocID="{40FEAF3A-B867-42E9-8B3B-147D9B64BC9C}" presName="childNode" presStyleLbl="node1" presStyleIdx="1" presStyleCnt="3">
        <dgm:presLayoutVars>
          <dgm:bulletEnabled val="1"/>
        </dgm:presLayoutVars>
      </dgm:prSet>
      <dgm:spPr>
        <a:prstGeom prst="rect">
          <a:avLst/>
        </a:prstGeom>
      </dgm:spPr>
      <dgm:t>
        <a:bodyPr/>
        <a:lstStyle/>
        <a:p>
          <a:endParaRPr lang="es-MX"/>
        </a:p>
      </dgm:t>
    </dgm:pt>
    <dgm:pt modelId="{D2BB6136-7758-478C-95B5-44087E792B1B}" type="pres">
      <dgm:prSet presAssocID="{F4BD6597-8EC7-406E-93DF-A7E3F35E95BD}" presName="hSp" presStyleCnt="0"/>
      <dgm:spPr/>
    </dgm:pt>
    <dgm:pt modelId="{99737456-E89D-4065-9520-F70491AB1863}" type="pres">
      <dgm:prSet presAssocID="{F4BD6597-8EC7-406E-93DF-A7E3F35E95BD}" presName="vProcSp" presStyleCnt="0"/>
      <dgm:spPr/>
    </dgm:pt>
    <dgm:pt modelId="{BE3DB191-08EB-4892-BD1A-339FE046CBD5}" type="pres">
      <dgm:prSet presAssocID="{F4BD6597-8EC7-406E-93DF-A7E3F35E95BD}" presName="vSp1" presStyleCnt="0"/>
      <dgm:spPr/>
    </dgm:pt>
    <dgm:pt modelId="{4F16FF7F-6631-4582-A1B5-2834F36B83D8}" type="pres">
      <dgm:prSet presAssocID="{F4BD6597-8EC7-406E-93DF-A7E3F35E95BD}" presName="simulatedConn" presStyleLbl="solidFgAcc1" presStyleIdx="1" presStyleCnt="2"/>
      <dgm:spPr>
        <a:xfrm rot="5400000">
          <a:off x="3550607" y="2231370"/>
          <a:ext cx="314962" cy="268024"/>
        </a:xfrm>
        <a:prstGeom prst="flowChartExtract">
          <a:avLst/>
        </a:prstGeom>
        <a:solidFill>
          <a:sysClr val="window" lastClr="FFFFFF">
            <a:hueOff val="0"/>
            <a:satOff val="0"/>
            <a:lumOff val="0"/>
            <a:alphaOff val="0"/>
          </a:sysClr>
        </a:solidFill>
        <a:ln w="25400" cap="flat" cmpd="sng" algn="ctr">
          <a:solidFill>
            <a:srgbClr val="4BACC6">
              <a:hueOff val="-9933876"/>
              <a:satOff val="39811"/>
              <a:lumOff val="8628"/>
              <a:alphaOff val="0"/>
            </a:srgbClr>
          </a:solidFill>
          <a:prstDash val="solid"/>
        </a:ln>
        <a:effectLst/>
      </dgm:spPr>
      <dgm:t>
        <a:bodyPr/>
        <a:lstStyle/>
        <a:p>
          <a:endParaRPr lang="es-MX"/>
        </a:p>
      </dgm:t>
    </dgm:pt>
    <dgm:pt modelId="{9DFC1BF9-453D-4E1A-87F4-56FF9C8FC6FE}" type="pres">
      <dgm:prSet presAssocID="{F4BD6597-8EC7-406E-93DF-A7E3F35E95BD}" presName="vSp2" presStyleCnt="0"/>
      <dgm:spPr/>
    </dgm:pt>
    <dgm:pt modelId="{DFE06DCA-0E84-4865-8D76-D3DCEB389C3F}" type="pres">
      <dgm:prSet presAssocID="{F4BD6597-8EC7-406E-93DF-A7E3F35E95BD}" presName="sibTrans" presStyleCnt="0"/>
      <dgm:spPr/>
    </dgm:pt>
    <dgm:pt modelId="{8BF87585-5A3A-4644-A268-30458BE8A179}" type="pres">
      <dgm:prSet presAssocID="{540CDF3A-FCF2-410F-B251-8B2F83301929}" presName="compositeNode" presStyleCnt="0">
        <dgm:presLayoutVars>
          <dgm:bulletEnabled val="1"/>
        </dgm:presLayoutVars>
      </dgm:prSet>
      <dgm:spPr/>
    </dgm:pt>
    <dgm:pt modelId="{C95F9EBB-853C-4894-99EB-0F3C3E82348B}" type="pres">
      <dgm:prSet presAssocID="{540CDF3A-FCF2-410F-B251-8B2F83301929}" presName="bgRect" presStyleLbl="node1" presStyleIdx="2" presStyleCnt="3"/>
      <dgm:spPr>
        <a:prstGeom prst="roundRect">
          <a:avLst>
            <a:gd name="adj" fmla="val 5000"/>
          </a:avLst>
        </a:prstGeom>
      </dgm:spPr>
      <dgm:t>
        <a:bodyPr/>
        <a:lstStyle/>
        <a:p>
          <a:endParaRPr lang="es-MX"/>
        </a:p>
      </dgm:t>
    </dgm:pt>
    <dgm:pt modelId="{F956B0F1-435C-4460-A203-7668DE52D80F}" type="pres">
      <dgm:prSet presAssocID="{540CDF3A-FCF2-410F-B251-8B2F83301929}" presName="parentNode" presStyleLbl="node1" presStyleIdx="2" presStyleCnt="3">
        <dgm:presLayoutVars>
          <dgm:chMax val="0"/>
          <dgm:bulletEnabled val="1"/>
        </dgm:presLayoutVars>
      </dgm:prSet>
      <dgm:spPr/>
      <dgm:t>
        <a:bodyPr/>
        <a:lstStyle/>
        <a:p>
          <a:endParaRPr lang="es-MX"/>
        </a:p>
      </dgm:t>
    </dgm:pt>
    <dgm:pt modelId="{6EF3EC9E-8F6A-4C44-939C-BEA119B7F97C}" type="pres">
      <dgm:prSet presAssocID="{540CDF3A-FCF2-410F-B251-8B2F83301929}" presName="childNode" presStyleLbl="node1" presStyleIdx="2" presStyleCnt="3">
        <dgm:presLayoutVars>
          <dgm:bulletEnabled val="1"/>
        </dgm:presLayoutVars>
      </dgm:prSet>
      <dgm:spPr>
        <a:prstGeom prst="rect">
          <a:avLst/>
        </a:prstGeom>
      </dgm:spPr>
      <dgm:t>
        <a:bodyPr/>
        <a:lstStyle/>
        <a:p>
          <a:endParaRPr lang="es-MX"/>
        </a:p>
      </dgm:t>
    </dgm:pt>
  </dgm:ptLst>
  <dgm:cxnLst>
    <dgm:cxn modelId="{441D38A4-69F4-45ED-B5D3-CB4AC733BB09}" type="presOf" srcId="{40FEAF3A-B867-42E9-8B3B-147D9B64BC9C}" destId="{B96770B5-923D-4AFF-AC02-AFF8DFBE812B}" srcOrd="0" destOrd="0" presId="urn:microsoft.com/office/officeart/2005/8/layout/hProcess7#1"/>
    <dgm:cxn modelId="{D65B4528-DFAD-483A-AA86-D4A56C3260B4}" srcId="{B24920E9-A880-4526-B166-7116B54BA95A}" destId="{769D64E3-912B-4FDB-A7F0-5E2A5003BAE3}" srcOrd="0" destOrd="0" parTransId="{AF0A1B22-0077-41F2-8BDD-C54A576AE8D3}" sibTransId="{E9506AA0-2C59-48F4-B9D3-75F40D85E570}"/>
    <dgm:cxn modelId="{75AA0B16-60B4-4B98-BD0B-F0216A6C685C}" srcId="{769D64E3-912B-4FDB-A7F0-5E2A5003BAE3}" destId="{B6C14F16-F3AF-4791-B746-019C22F46EAD}" srcOrd="0" destOrd="0" parTransId="{59DB72DF-5838-4F7B-B53D-888F3DBECDD0}" sibTransId="{CB93CC3B-7266-48B7-8A35-850F181C62FE}"/>
    <dgm:cxn modelId="{CC44261E-F024-4718-956E-092F83BBDC66}" type="presOf" srcId="{B24920E9-A880-4526-B166-7116B54BA95A}" destId="{D6EFB459-34B4-461C-B43A-BD3268472D09}" srcOrd="0" destOrd="0" presId="urn:microsoft.com/office/officeart/2005/8/layout/hProcess7#1"/>
    <dgm:cxn modelId="{B74ED2D6-6081-4873-8FE1-184708AC0836}" type="presOf" srcId="{40FEAF3A-B867-42E9-8B3B-147D9B64BC9C}" destId="{5A80BBC0-EA31-4263-9ABF-D12A4F991DB5}" srcOrd="1" destOrd="0" presId="urn:microsoft.com/office/officeart/2005/8/layout/hProcess7#1"/>
    <dgm:cxn modelId="{192EA0FB-6806-460B-8AF0-6B224A53F6ED}" type="presOf" srcId="{A989F60A-735D-4A8F-A883-6A40196DF41F}" destId="{6EF3EC9E-8F6A-4C44-939C-BEA119B7F97C}" srcOrd="0" destOrd="2" presId="urn:microsoft.com/office/officeart/2005/8/layout/hProcess7#1"/>
    <dgm:cxn modelId="{CB39F067-C970-46FD-B612-EDBE516B33EF}" srcId="{B24920E9-A880-4526-B166-7116B54BA95A}" destId="{540CDF3A-FCF2-410F-B251-8B2F83301929}" srcOrd="2" destOrd="0" parTransId="{3CE21997-13F5-4244-BEFB-8583A9535837}" sibTransId="{D5279984-1284-4FBE-A817-40DA2F2AC15A}"/>
    <dgm:cxn modelId="{9E5C2A01-692E-4A90-8C17-DF57290DC5CB}" type="presOf" srcId="{516660C4-9337-43B3-B080-4761B9B41D2F}" destId="{C6FF8FDE-C4F2-4543-AAD3-3325E6D3AA23}" srcOrd="0" destOrd="0" presId="urn:microsoft.com/office/officeart/2005/8/layout/hProcess7#1"/>
    <dgm:cxn modelId="{B71D6C25-8EF9-49E6-9867-6EDED687A6C7}" type="presOf" srcId="{769D64E3-912B-4FDB-A7F0-5E2A5003BAE3}" destId="{97CBF3C3-8836-4D90-AED0-49622BF3AD35}" srcOrd="0" destOrd="0" presId="urn:microsoft.com/office/officeart/2005/8/layout/hProcess7#1"/>
    <dgm:cxn modelId="{2DBCDA4E-B0ED-4AA3-821F-DB1A8BB25425}" type="presOf" srcId="{540CDF3A-FCF2-410F-B251-8B2F83301929}" destId="{F956B0F1-435C-4460-A203-7668DE52D80F}" srcOrd="1" destOrd="0" presId="urn:microsoft.com/office/officeart/2005/8/layout/hProcess7#1"/>
    <dgm:cxn modelId="{99F6F3F6-92BA-4D2B-A24B-AA9BC1F9A137}" type="presOf" srcId="{0A2D54EE-4841-47D4-9858-E4017B8CDBC6}" destId="{6EF3EC9E-8F6A-4C44-939C-BEA119B7F97C}" srcOrd="0" destOrd="1" presId="urn:microsoft.com/office/officeart/2005/8/layout/hProcess7#1"/>
    <dgm:cxn modelId="{3E18B748-B92E-48DD-8684-6EEA6B23B606}" srcId="{540CDF3A-FCF2-410F-B251-8B2F83301929}" destId="{59A1E073-548F-43FF-8B4D-CEEADE657890}" srcOrd="0" destOrd="0" parTransId="{DEA49FEE-1437-4A2C-9279-DBF87A88249F}" sibTransId="{6BF96CF1-6486-4691-A331-73A642C305A0}"/>
    <dgm:cxn modelId="{384D4F37-8B77-423D-9FB1-172988DE650D}" type="presOf" srcId="{B6C14F16-F3AF-4791-B746-019C22F46EAD}" destId="{6A0703BA-7DAF-4C88-A683-650A025B0417}" srcOrd="0" destOrd="0" presId="urn:microsoft.com/office/officeart/2005/8/layout/hProcess7#1"/>
    <dgm:cxn modelId="{6F3952A7-F6CE-4637-A352-789C7C931632}" type="presOf" srcId="{769D64E3-912B-4FDB-A7F0-5E2A5003BAE3}" destId="{72FE71AC-5DC5-4152-B8D4-9CACA17121D6}" srcOrd="1" destOrd="0" presId="urn:microsoft.com/office/officeart/2005/8/layout/hProcess7#1"/>
    <dgm:cxn modelId="{487FCB13-7CDD-423D-ACA1-AA8AB77E3605}" srcId="{540CDF3A-FCF2-410F-B251-8B2F83301929}" destId="{0A2D54EE-4841-47D4-9858-E4017B8CDBC6}" srcOrd="1" destOrd="0" parTransId="{2AD2EDDC-CE9E-465E-A71B-A866CBAA7737}" sibTransId="{3C713932-359F-4A19-A31E-164255622EAD}"/>
    <dgm:cxn modelId="{1336EE09-1812-44BB-B5BD-7185CAC186FB}" type="presOf" srcId="{540CDF3A-FCF2-410F-B251-8B2F83301929}" destId="{C95F9EBB-853C-4894-99EB-0F3C3E82348B}" srcOrd="0" destOrd="0" presId="urn:microsoft.com/office/officeart/2005/8/layout/hProcess7#1"/>
    <dgm:cxn modelId="{077F89D9-88AF-447C-9F91-96138CE6D609}" srcId="{40FEAF3A-B867-42E9-8B3B-147D9B64BC9C}" destId="{516660C4-9337-43B3-B080-4761B9B41D2F}" srcOrd="0" destOrd="0" parTransId="{6DDB903F-CCA1-4C4F-96E0-59CD122080B3}" sibTransId="{83CCB164-2C98-49EB-97E8-8BE42BA382D6}"/>
    <dgm:cxn modelId="{DC995477-F7D4-46F0-B62A-980306076826}" srcId="{B24920E9-A880-4526-B166-7116B54BA95A}" destId="{40FEAF3A-B867-42E9-8B3B-147D9B64BC9C}" srcOrd="1" destOrd="0" parTransId="{2B9096F8-9949-4E40-8BAE-B9A8B99EA086}" sibTransId="{F4BD6597-8EC7-406E-93DF-A7E3F35E95BD}"/>
    <dgm:cxn modelId="{7C023AE0-C34F-4F5D-990C-3E35F45F983B}" srcId="{540CDF3A-FCF2-410F-B251-8B2F83301929}" destId="{A989F60A-735D-4A8F-A883-6A40196DF41F}" srcOrd="2" destOrd="0" parTransId="{4E0D37CD-B62C-4127-9B66-5B4DF06C1FB6}" sibTransId="{BF0B8EFC-84F4-468F-9AFD-B2903DA722C6}"/>
    <dgm:cxn modelId="{AF84BEF5-5ADA-48E6-B545-CB49E6DD94D2}" type="presOf" srcId="{59A1E073-548F-43FF-8B4D-CEEADE657890}" destId="{6EF3EC9E-8F6A-4C44-939C-BEA119B7F97C}" srcOrd="0" destOrd="0" presId="urn:microsoft.com/office/officeart/2005/8/layout/hProcess7#1"/>
    <dgm:cxn modelId="{01FD72B5-76CA-4915-9AD8-5232E6B38728}" type="presParOf" srcId="{D6EFB459-34B4-461C-B43A-BD3268472D09}" destId="{7C02D577-9EA6-49CA-BB58-75AA53683F0C}" srcOrd="0" destOrd="0" presId="urn:microsoft.com/office/officeart/2005/8/layout/hProcess7#1"/>
    <dgm:cxn modelId="{1263D8CF-A30B-4E40-A2D7-644D239BF2F7}" type="presParOf" srcId="{7C02D577-9EA6-49CA-BB58-75AA53683F0C}" destId="{97CBF3C3-8836-4D90-AED0-49622BF3AD35}" srcOrd="0" destOrd="0" presId="urn:microsoft.com/office/officeart/2005/8/layout/hProcess7#1"/>
    <dgm:cxn modelId="{BDCB84A5-450A-4BDA-890D-DF28D730A48A}" type="presParOf" srcId="{7C02D577-9EA6-49CA-BB58-75AA53683F0C}" destId="{72FE71AC-5DC5-4152-B8D4-9CACA17121D6}" srcOrd="1" destOrd="0" presId="urn:microsoft.com/office/officeart/2005/8/layout/hProcess7#1"/>
    <dgm:cxn modelId="{82864461-1C06-4F49-B5D3-E51AF8A5EAC4}" type="presParOf" srcId="{7C02D577-9EA6-49CA-BB58-75AA53683F0C}" destId="{6A0703BA-7DAF-4C88-A683-650A025B0417}" srcOrd="2" destOrd="0" presId="urn:microsoft.com/office/officeart/2005/8/layout/hProcess7#1"/>
    <dgm:cxn modelId="{24C7E721-1C2B-4A3D-99D9-0A2D615269E7}" type="presParOf" srcId="{D6EFB459-34B4-461C-B43A-BD3268472D09}" destId="{9E724163-5BB3-4613-87A7-39CCABFD5D68}" srcOrd="1" destOrd="0" presId="urn:microsoft.com/office/officeart/2005/8/layout/hProcess7#1"/>
    <dgm:cxn modelId="{904DB89F-BFF1-4CB3-A4F6-E6EE1D679139}" type="presParOf" srcId="{D6EFB459-34B4-461C-B43A-BD3268472D09}" destId="{1E4846B5-9DE3-43D6-ABA6-1534F98F61F3}" srcOrd="2" destOrd="0" presId="urn:microsoft.com/office/officeart/2005/8/layout/hProcess7#1"/>
    <dgm:cxn modelId="{3AC985BB-C60A-4861-9B19-232FF9DF7A44}" type="presParOf" srcId="{1E4846B5-9DE3-43D6-ABA6-1534F98F61F3}" destId="{E6572D51-7BC1-4889-921F-D1EFDDD12C12}" srcOrd="0" destOrd="0" presId="urn:microsoft.com/office/officeart/2005/8/layout/hProcess7#1"/>
    <dgm:cxn modelId="{E2A84031-34EC-48DD-9FC8-7227FA8FC197}" type="presParOf" srcId="{1E4846B5-9DE3-43D6-ABA6-1534F98F61F3}" destId="{D9652736-AFD8-47E5-B89A-64583751A5C7}" srcOrd="1" destOrd="0" presId="urn:microsoft.com/office/officeart/2005/8/layout/hProcess7#1"/>
    <dgm:cxn modelId="{8D7889B4-4C87-4805-87A4-3792FC1B540A}" type="presParOf" srcId="{1E4846B5-9DE3-43D6-ABA6-1534F98F61F3}" destId="{E1AF6DEE-DF15-42D9-BEA1-C22C480C59D6}" srcOrd="2" destOrd="0" presId="urn:microsoft.com/office/officeart/2005/8/layout/hProcess7#1"/>
    <dgm:cxn modelId="{53D2F02E-75E6-4077-BFEF-E49A7ADED6CF}" type="presParOf" srcId="{D6EFB459-34B4-461C-B43A-BD3268472D09}" destId="{308CCC5A-5600-4C8A-A86F-D50D96FBB24A}" srcOrd="3" destOrd="0" presId="urn:microsoft.com/office/officeart/2005/8/layout/hProcess7#1"/>
    <dgm:cxn modelId="{A58A6346-85B5-4D62-8BEE-51B679B10515}" type="presParOf" srcId="{D6EFB459-34B4-461C-B43A-BD3268472D09}" destId="{CF5403C9-4D45-46E2-88E5-93001DDF23C4}" srcOrd="4" destOrd="0" presId="urn:microsoft.com/office/officeart/2005/8/layout/hProcess7#1"/>
    <dgm:cxn modelId="{F4AF0423-84F3-4D31-B708-ACF579845A0B}" type="presParOf" srcId="{CF5403C9-4D45-46E2-88E5-93001DDF23C4}" destId="{B96770B5-923D-4AFF-AC02-AFF8DFBE812B}" srcOrd="0" destOrd="0" presId="urn:microsoft.com/office/officeart/2005/8/layout/hProcess7#1"/>
    <dgm:cxn modelId="{425DB89F-EC9C-4899-9E93-24C75F1A2AD7}" type="presParOf" srcId="{CF5403C9-4D45-46E2-88E5-93001DDF23C4}" destId="{5A80BBC0-EA31-4263-9ABF-D12A4F991DB5}" srcOrd="1" destOrd="0" presId="urn:microsoft.com/office/officeart/2005/8/layout/hProcess7#1"/>
    <dgm:cxn modelId="{8096F804-5BCB-4A08-A886-2845B829CB68}" type="presParOf" srcId="{CF5403C9-4D45-46E2-88E5-93001DDF23C4}" destId="{C6FF8FDE-C4F2-4543-AAD3-3325E6D3AA23}" srcOrd="2" destOrd="0" presId="urn:microsoft.com/office/officeart/2005/8/layout/hProcess7#1"/>
    <dgm:cxn modelId="{B53BE7C1-E3D1-40BE-B98D-5E1E01A40C7E}" type="presParOf" srcId="{D6EFB459-34B4-461C-B43A-BD3268472D09}" destId="{D2BB6136-7758-478C-95B5-44087E792B1B}" srcOrd="5" destOrd="0" presId="urn:microsoft.com/office/officeart/2005/8/layout/hProcess7#1"/>
    <dgm:cxn modelId="{C1A0B872-E72E-4B54-A9F5-4250F89688A0}" type="presParOf" srcId="{D6EFB459-34B4-461C-B43A-BD3268472D09}" destId="{99737456-E89D-4065-9520-F70491AB1863}" srcOrd="6" destOrd="0" presId="urn:microsoft.com/office/officeart/2005/8/layout/hProcess7#1"/>
    <dgm:cxn modelId="{FD9F888E-3354-49D5-8E1D-47F993379127}" type="presParOf" srcId="{99737456-E89D-4065-9520-F70491AB1863}" destId="{BE3DB191-08EB-4892-BD1A-339FE046CBD5}" srcOrd="0" destOrd="0" presId="urn:microsoft.com/office/officeart/2005/8/layout/hProcess7#1"/>
    <dgm:cxn modelId="{F08B8DE5-435F-4054-948E-DA607695C7EF}" type="presParOf" srcId="{99737456-E89D-4065-9520-F70491AB1863}" destId="{4F16FF7F-6631-4582-A1B5-2834F36B83D8}" srcOrd="1" destOrd="0" presId="urn:microsoft.com/office/officeart/2005/8/layout/hProcess7#1"/>
    <dgm:cxn modelId="{43F3AA59-7889-466B-8162-3265914819AF}" type="presParOf" srcId="{99737456-E89D-4065-9520-F70491AB1863}" destId="{9DFC1BF9-453D-4E1A-87F4-56FF9C8FC6FE}" srcOrd="2" destOrd="0" presId="urn:microsoft.com/office/officeart/2005/8/layout/hProcess7#1"/>
    <dgm:cxn modelId="{A1B9333A-6722-4305-A4A0-359FFC32F2EB}" type="presParOf" srcId="{D6EFB459-34B4-461C-B43A-BD3268472D09}" destId="{DFE06DCA-0E84-4865-8D76-D3DCEB389C3F}" srcOrd="7" destOrd="0" presId="urn:microsoft.com/office/officeart/2005/8/layout/hProcess7#1"/>
    <dgm:cxn modelId="{2FC8D09A-5AEC-43D4-ADBF-19EEB5F47D84}" type="presParOf" srcId="{D6EFB459-34B4-461C-B43A-BD3268472D09}" destId="{8BF87585-5A3A-4644-A268-30458BE8A179}" srcOrd="8" destOrd="0" presId="urn:microsoft.com/office/officeart/2005/8/layout/hProcess7#1"/>
    <dgm:cxn modelId="{C292B9B5-A7D2-4AB8-AB5C-4C07D856368B}" type="presParOf" srcId="{8BF87585-5A3A-4644-A268-30458BE8A179}" destId="{C95F9EBB-853C-4894-99EB-0F3C3E82348B}" srcOrd="0" destOrd="0" presId="urn:microsoft.com/office/officeart/2005/8/layout/hProcess7#1"/>
    <dgm:cxn modelId="{5DC8B403-A131-41AF-9FB8-308586873B05}" type="presParOf" srcId="{8BF87585-5A3A-4644-A268-30458BE8A179}" destId="{F956B0F1-435C-4460-A203-7668DE52D80F}" srcOrd="1" destOrd="0" presId="urn:microsoft.com/office/officeart/2005/8/layout/hProcess7#1"/>
    <dgm:cxn modelId="{67EFB2E3-0F76-4AF1-AE38-7BE6EBB030C6}" type="presParOf" srcId="{8BF87585-5A3A-4644-A268-30458BE8A179}" destId="{6EF3EC9E-8F6A-4C44-939C-BEA119B7F97C}" srcOrd="2" destOrd="0" presId="urn:microsoft.com/office/officeart/2005/8/layout/hProcess7#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CEBD965-3891-4B2D-91B5-49158577A9E3}" type="doc">
      <dgm:prSet loTypeId="urn:microsoft.com/office/officeart/2005/8/layout/hList3" loCatId="list" qsTypeId="urn:microsoft.com/office/officeart/2005/8/quickstyle/3d2" qsCatId="3D" csTypeId="urn:microsoft.com/office/officeart/2005/8/colors/colorful2" csCatId="colorful" phldr="1"/>
      <dgm:spPr/>
      <dgm:t>
        <a:bodyPr/>
        <a:lstStyle/>
        <a:p>
          <a:endParaRPr lang="es-MX"/>
        </a:p>
      </dgm:t>
    </dgm:pt>
    <dgm:pt modelId="{D418A249-7F66-4746-8CAE-E221560AB530}">
      <dgm:prSet phldrT="[Texto]" custT="1"/>
      <dgm:spPr/>
      <dgm:t>
        <a:bodyPr>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es-MX" sz="3600" b="1" cap="none" spc="0" dirty="0" smtClean="0">
              <a:ln/>
              <a:solidFill>
                <a:schemeClr val="accent3"/>
              </a:solidFill>
              <a:effectLst/>
              <a:latin typeface="+mn-lt"/>
              <a:ea typeface="+mn-ea"/>
              <a:cs typeface="+mn-cs"/>
            </a:rPr>
            <a:t>Derivaciones utilizando una gramática </a:t>
          </a:r>
          <a:endParaRPr lang="es-MX" sz="2800" dirty="0"/>
        </a:p>
      </dgm:t>
    </dgm:pt>
    <dgm:pt modelId="{5515C633-31E6-455D-9861-8CE4EECC1928}" type="parTrans" cxnId="{945DAE96-F0FE-423C-B13C-92F7A435DC1A}">
      <dgm:prSet/>
      <dgm:spPr/>
      <dgm:t>
        <a:bodyPr/>
        <a:lstStyle/>
        <a:p>
          <a:endParaRPr lang="es-MX"/>
        </a:p>
      </dgm:t>
    </dgm:pt>
    <dgm:pt modelId="{049D431C-C28F-4F0F-86E8-EF9C167DD4BD}" type="sibTrans" cxnId="{945DAE96-F0FE-423C-B13C-92F7A435DC1A}">
      <dgm:prSet/>
      <dgm:spPr/>
      <dgm:t>
        <a:bodyPr/>
        <a:lstStyle/>
        <a:p>
          <a:endParaRPr lang="es-MX"/>
        </a:p>
      </dgm:t>
    </dgm:pt>
    <dgm:pt modelId="{451DD1F8-E4A1-41F7-AE1D-A3458107A329}">
      <dgm:prSet phldrT="[Texto]"/>
      <dgm:spPr/>
      <dgm:t>
        <a:bodyPr/>
        <a:lstStyle/>
        <a:p>
          <a:r>
            <a:rPr lang="es-MX" dirty="0" smtClean="0"/>
            <a:t>Sirven para determinar que cadenas pertenecen al lenguaje de una cierta variable. </a:t>
          </a:r>
          <a:endParaRPr lang="es-MX" dirty="0"/>
        </a:p>
      </dgm:t>
    </dgm:pt>
    <dgm:pt modelId="{ACE78AC1-45F3-4388-911C-B4E70B0B7F32}" type="parTrans" cxnId="{45BF11AF-C6EB-4F23-A475-B29F87E1EC05}">
      <dgm:prSet/>
      <dgm:spPr/>
      <dgm:t>
        <a:bodyPr/>
        <a:lstStyle/>
        <a:p>
          <a:endParaRPr lang="es-MX"/>
        </a:p>
      </dgm:t>
    </dgm:pt>
    <dgm:pt modelId="{2E445234-25FF-4A5D-B810-B53D3D0946E1}" type="sibTrans" cxnId="{45BF11AF-C6EB-4F23-A475-B29F87E1EC05}">
      <dgm:prSet/>
      <dgm:spPr/>
      <dgm:t>
        <a:bodyPr/>
        <a:lstStyle/>
        <a:p>
          <a:endParaRPr lang="es-MX"/>
        </a:p>
      </dgm:t>
    </dgm:pt>
    <dgm:pt modelId="{23A9265D-65CC-49D3-8D98-64311AF7263C}">
      <dgm:prSet phldrT="[Texto]"/>
      <dgm:spPr/>
      <dgm:t>
        <a:bodyPr/>
        <a:lstStyle/>
        <a:p>
          <a:r>
            <a:rPr lang="es-MX" dirty="0" smtClean="0"/>
            <a:t>Para llevar a cabo esta inferencia hay disponibles dos métodos.</a:t>
          </a:r>
          <a:endParaRPr lang="es-MX" dirty="0"/>
        </a:p>
      </dgm:t>
    </dgm:pt>
    <dgm:pt modelId="{DE13ED67-6EB3-4E58-910F-A446F7250EAF}" type="parTrans" cxnId="{9118C9BF-B63E-47EE-A727-9572AEEC8695}">
      <dgm:prSet/>
      <dgm:spPr/>
      <dgm:t>
        <a:bodyPr/>
        <a:lstStyle/>
        <a:p>
          <a:endParaRPr lang="es-MX"/>
        </a:p>
      </dgm:t>
    </dgm:pt>
    <dgm:pt modelId="{9C8E20F7-13E3-400B-9DF4-3810F4744316}" type="sibTrans" cxnId="{9118C9BF-B63E-47EE-A727-9572AEEC8695}">
      <dgm:prSet/>
      <dgm:spPr/>
      <dgm:t>
        <a:bodyPr/>
        <a:lstStyle/>
        <a:p>
          <a:endParaRPr lang="es-MX"/>
        </a:p>
      </dgm:t>
    </dgm:pt>
    <dgm:pt modelId="{CC3AA057-F237-42E5-ACB0-22EA15F8F30F}" type="pres">
      <dgm:prSet presAssocID="{ACEBD965-3891-4B2D-91B5-49158577A9E3}" presName="composite" presStyleCnt="0">
        <dgm:presLayoutVars>
          <dgm:chMax val="1"/>
          <dgm:dir/>
          <dgm:resizeHandles val="exact"/>
        </dgm:presLayoutVars>
      </dgm:prSet>
      <dgm:spPr/>
      <dgm:t>
        <a:bodyPr/>
        <a:lstStyle/>
        <a:p>
          <a:endParaRPr lang="es-MX"/>
        </a:p>
      </dgm:t>
    </dgm:pt>
    <dgm:pt modelId="{16553628-980B-40B1-9484-9D37B6733DBF}" type="pres">
      <dgm:prSet presAssocID="{D418A249-7F66-4746-8CAE-E221560AB530}" presName="roof" presStyleLbl="dkBgShp" presStyleIdx="0" presStyleCnt="2" custLinFactNeighborX="388" custLinFactNeighborY="-10518"/>
      <dgm:spPr/>
      <dgm:t>
        <a:bodyPr/>
        <a:lstStyle/>
        <a:p>
          <a:endParaRPr lang="es-MX"/>
        </a:p>
      </dgm:t>
    </dgm:pt>
    <dgm:pt modelId="{D65E4908-F79E-446D-950D-73E21741A9FB}" type="pres">
      <dgm:prSet presAssocID="{D418A249-7F66-4746-8CAE-E221560AB530}" presName="pillars" presStyleCnt="0"/>
      <dgm:spPr/>
    </dgm:pt>
    <dgm:pt modelId="{5591F771-0202-43A1-954F-5FD8B819CF7A}" type="pres">
      <dgm:prSet presAssocID="{D418A249-7F66-4746-8CAE-E221560AB530}" presName="pillar1" presStyleLbl="node1" presStyleIdx="0" presStyleCnt="2">
        <dgm:presLayoutVars>
          <dgm:bulletEnabled val="1"/>
        </dgm:presLayoutVars>
      </dgm:prSet>
      <dgm:spPr/>
      <dgm:t>
        <a:bodyPr/>
        <a:lstStyle/>
        <a:p>
          <a:endParaRPr lang="es-MX"/>
        </a:p>
      </dgm:t>
    </dgm:pt>
    <dgm:pt modelId="{74A28095-99B6-4154-B759-8A73EBE4CFED}" type="pres">
      <dgm:prSet presAssocID="{23A9265D-65CC-49D3-8D98-64311AF7263C}" presName="pillarX" presStyleLbl="node1" presStyleIdx="1" presStyleCnt="2">
        <dgm:presLayoutVars>
          <dgm:bulletEnabled val="1"/>
        </dgm:presLayoutVars>
      </dgm:prSet>
      <dgm:spPr/>
      <dgm:t>
        <a:bodyPr/>
        <a:lstStyle/>
        <a:p>
          <a:endParaRPr lang="es-MX"/>
        </a:p>
      </dgm:t>
    </dgm:pt>
    <dgm:pt modelId="{80AFECCB-4013-4D79-8825-62462B97690F}" type="pres">
      <dgm:prSet presAssocID="{D418A249-7F66-4746-8CAE-E221560AB530}" presName="base" presStyleLbl="dkBgShp" presStyleIdx="1" presStyleCnt="2"/>
      <dgm:spPr/>
    </dgm:pt>
  </dgm:ptLst>
  <dgm:cxnLst>
    <dgm:cxn modelId="{58510F26-AC11-41C8-8412-A1666E203C72}" type="presOf" srcId="{D418A249-7F66-4746-8CAE-E221560AB530}" destId="{16553628-980B-40B1-9484-9D37B6733DBF}" srcOrd="0" destOrd="0" presId="urn:microsoft.com/office/officeart/2005/8/layout/hList3"/>
    <dgm:cxn modelId="{45BF11AF-C6EB-4F23-A475-B29F87E1EC05}" srcId="{D418A249-7F66-4746-8CAE-E221560AB530}" destId="{451DD1F8-E4A1-41F7-AE1D-A3458107A329}" srcOrd="0" destOrd="0" parTransId="{ACE78AC1-45F3-4388-911C-B4E70B0B7F32}" sibTransId="{2E445234-25FF-4A5D-B810-B53D3D0946E1}"/>
    <dgm:cxn modelId="{945DAE96-F0FE-423C-B13C-92F7A435DC1A}" srcId="{ACEBD965-3891-4B2D-91B5-49158577A9E3}" destId="{D418A249-7F66-4746-8CAE-E221560AB530}" srcOrd="0" destOrd="0" parTransId="{5515C633-31E6-455D-9861-8CE4EECC1928}" sibTransId="{049D431C-C28F-4F0F-86E8-EF9C167DD4BD}"/>
    <dgm:cxn modelId="{9118C9BF-B63E-47EE-A727-9572AEEC8695}" srcId="{D418A249-7F66-4746-8CAE-E221560AB530}" destId="{23A9265D-65CC-49D3-8D98-64311AF7263C}" srcOrd="1" destOrd="0" parTransId="{DE13ED67-6EB3-4E58-910F-A446F7250EAF}" sibTransId="{9C8E20F7-13E3-400B-9DF4-3810F4744316}"/>
    <dgm:cxn modelId="{35CACAE1-5156-4103-BE02-B7E7E1C07A19}" type="presOf" srcId="{451DD1F8-E4A1-41F7-AE1D-A3458107A329}" destId="{5591F771-0202-43A1-954F-5FD8B819CF7A}" srcOrd="0" destOrd="0" presId="urn:microsoft.com/office/officeart/2005/8/layout/hList3"/>
    <dgm:cxn modelId="{A7D3396A-9915-4009-B174-A81ABCFDD629}" type="presOf" srcId="{ACEBD965-3891-4B2D-91B5-49158577A9E3}" destId="{CC3AA057-F237-42E5-ACB0-22EA15F8F30F}" srcOrd="0" destOrd="0" presId="urn:microsoft.com/office/officeart/2005/8/layout/hList3"/>
    <dgm:cxn modelId="{29D11C27-403E-4279-8AB4-6E6EBCA061A6}" type="presOf" srcId="{23A9265D-65CC-49D3-8D98-64311AF7263C}" destId="{74A28095-99B6-4154-B759-8A73EBE4CFED}" srcOrd="0" destOrd="0" presId="urn:microsoft.com/office/officeart/2005/8/layout/hList3"/>
    <dgm:cxn modelId="{6594FE24-198B-4CFB-B2F7-09EA2662D08E}" type="presParOf" srcId="{CC3AA057-F237-42E5-ACB0-22EA15F8F30F}" destId="{16553628-980B-40B1-9484-9D37B6733DBF}" srcOrd="0" destOrd="0" presId="urn:microsoft.com/office/officeart/2005/8/layout/hList3"/>
    <dgm:cxn modelId="{56A59B73-4FBC-41DA-BB4F-9321B1A400D7}" type="presParOf" srcId="{CC3AA057-F237-42E5-ACB0-22EA15F8F30F}" destId="{D65E4908-F79E-446D-950D-73E21741A9FB}" srcOrd="1" destOrd="0" presId="urn:microsoft.com/office/officeart/2005/8/layout/hList3"/>
    <dgm:cxn modelId="{93F5B327-9D0C-4F8C-90D4-CFA53DEB70EC}" type="presParOf" srcId="{D65E4908-F79E-446D-950D-73E21741A9FB}" destId="{5591F771-0202-43A1-954F-5FD8B819CF7A}" srcOrd="0" destOrd="0" presId="urn:microsoft.com/office/officeart/2005/8/layout/hList3"/>
    <dgm:cxn modelId="{E9C8E059-B913-48C0-B011-1B20EA62B44B}" type="presParOf" srcId="{D65E4908-F79E-446D-950D-73E21741A9FB}" destId="{74A28095-99B6-4154-B759-8A73EBE4CFED}" srcOrd="1" destOrd="0" presId="urn:microsoft.com/office/officeart/2005/8/layout/hList3"/>
    <dgm:cxn modelId="{BF294848-A44E-4F2A-8423-F937F16895D9}" type="presParOf" srcId="{CC3AA057-F237-42E5-ACB0-22EA15F8F30F}" destId="{80AFECCB-4013-4D79-8825-62462B97690F}"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17FCB2A-0B4F-4FB1-9B3F-7F0B3C096E70}" type="doc">
      <dgm:prSet loTypeId="urn:microsoft.com/office/officeart/2005/8/layout/default#1" loCatId="list" qsTypeId="urn:microsoft.com/office/officeart/2005/8/quickstyle/3d3" qsCatId="3D" csTypeId="urn:microsoft.com/office/officeart/2005/8/colors/colorful2" csCatId="colorful" phldr="1"/>
      <dgm:spPr/>
      <dgm:t>
        <a:bodyPr/>
        <a:lstStyle/>
        <a:p>
          <a:endParaRPr lang="es-MX"/>
        </a:p>
      </dgm:t>
    </dgm:pt>
    <dgm:pt modelId="{6420F432-C6BA-463A-A7A8-7D4C022BF6B3}">
      <dgm:prSet phldrT="[Texto]"/>
      <dgm:spPr/>
      <dgm:t>
        <a:bodyPr>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r"/>
          <a:r>
            <a:rPr lang="es-MX" b="1" u="sng" cap="none" spc="0"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a typeface="+mn-ea"/>
              <a:cs typeface="+mn-cs"/>
            </a:rPr>
            <a:t>Procedimiento de interferencia cursiva</a:t>
          </a:r>
          <a:endParaRPr lang="es-MX" b="1" cap="none" spc="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dgm:t>
    </dgm:pt>
    <dgm:pt modelId="{96695B4E-23E8-463A-8BF2-CC9E79FDB5F3}" type="parTrans" cxnId="{53BA6062-1F82-422E-8D53-2D25173F1412}">
      <dgm:prSet/>
      <dgm:spPr/>
      <dgm:t>
        <a:bodyPr/>
        <a:lstStyle/>
        <a:p>
          <a:endParaRPr lang="es-MX"/>
        </a:p>
      </dgm:t>
    </dgm:pt>
    <dgm:pt modelId="{75BC6449-ED2E-43F8-A476-3DC7A560B4B9}" type="sibTrans" cxnId="{53BA6062-1F82-422E-8D53-2D25173F1412}">
      <dgm:prSet/>
      <dgm:spPr/>
      <dgm:t>
        <a:bodyPr/>
        <a:lstStyle/>
        <a:p>
          <a:endParaRPr lang="es-MX"/>
        </a:p>
      </dgm:t>
    </dgm:pt>
    <dgm:pt modelId="{EC41BC4E-5A28-4648-BA39-2D0226B38EEB}">
      <dgm:prSet phldrT="[Texto]"/>
      <dgm:spPr/>
      <dgm:t>
        <a:bodyPr/>
        <a:lstStyle/>
        <a:p>
          <a:pPr algn="r"/>
          <a:r>
            <a:rPr lang="es-MX" dirty="0" smtClean="0"/>
            <a:t>Concatenar en el orden apropiado con cualquier símbolo terminal.</a:t>
          </a:r>
          <a:endParaRPr lang="es-MX" dirty="0"/>
        </a:p>
      </dgm:t>
    </dgm:pt>
    <dgm:pt modelId="{825CDCB5-AF14-4C2E-A5A2-56DECAF2A6F7}" type="parTrans" cxnId="{62BA131D-EF42-4016-9EA7-4BADB4F6F941}">
      <dgm:prSet/>
      <dgm:spPr/>
      <dgm:t>
        <a:bodyPr/>
        <a:lstStyle/>
        <a:p>
          <a:endParaRPr lang="es-MX"/>
        </a:p>
      </dgm:t>
    </dgm:pt>
    <dgm:pt modelId="{5B446706-ABA1-43B1-9056-BFB8E941480F}" type="sibTrans" cxnId="{62BA131D-EF42-4016-9EA7-4BADB4F6F941}">
      <dgm:prSet/>
      <dgm:spPr/>
      <dgm:t>
        <a:bodyPr/>
        <a:lstStyle/>
        <a:p>
          <a:endParaRPr lang="es-MX"/>
        </a:p>
      </dgm:t>
    </dgm:pt>
    <dgm:pt modelId="{75310503-1479-49DF-904E-1E3ED1515D7A}">
      <dgm:prSet phldrT="[Texto]"/>
      <dgm:spPr/>
      <dgm:t>
        <a:bodyPr/>
        <a:lstStyle/>
        <a:p>
          <a:pPr algn="r"/>
          <a:r>
            <a:rPr lang="es-MX" dirty="0" smtClean="0"/>
            <a:t>Inferir que la cadena resultante pertenece al lenguaje de la variable de la cabeza.</a:t>
          </a:r>
          <a:endParaRPr lang="es-MX" dirty="0"/>
        </a:p>
      </dgm:t>
    </dgm:pt>
    <dgm:pt modelId="{C81A67C0-6B48-40F2-9ECA-9E6F5FF41CEA}" type="parTrans" cxnId="{E72A546E-8335-457A-8920-919A47A4931F}">
      <dgm:prSet/>
      <dgm:spPr/>
      <dgm:t>
        <a:bodyPr/>
        <a:lstStyle/>
        <a:p>
          <a:endParaRPr lang="es-MX"/>
        </a:p>
      </dgm:t>
    </dgm:pt>
    <dgm:pt modelId="{B87FEAFC-FDBB-426E-8642-FFD6AE7E4575}" type="sibTrans" cxnId="{E72A546E-8335-457A-8920-919A47A4931F}">
      <dgm:prSet/>
      <dgm:spPr/>
      <dgm:t>
        <a:bodyPr/>
        <a:lstStyle/>
        <a:p>
          <a:endParaRPr lang="es-MX"/>
        </a:p>
      </dgm:t>
    </dgm:pt>
    <dgm:pt modelId="{00A67711-E31B-49F3-8C5A-B8DE00F94392}">
      <dgm:prSet phldrT="[Texto]"/>
      <dgm:spPr/>
      <dgm:t>
        <a:bodyPr/>
        <a:lstStyle/>
        <a:p>
          <a:pPr algn="r"/>
          <a:r>
            <a:rPr lang="es-MX" dirty="0" smtClean="0"/>
            <a:t>Tomamos cadenas que sabemos que pertenecen al lenguaje de cada una de las variables del cuerpo.</a:t>
          </a:r>
          <a:endParaRPr lang="es-MX" dirty="0"/>
        </a:p>
      </dgm:t>
    </dgm:pt>
    <dgm:pt modelId="{8956663D-EC6E-4FDA-83E0-E8F36346BA5F}" type="sibTrans" cxnId="{87FC93A1-F154-4EB8-8317-40A52528BD0F}">
      <dgm:prSet/>
      <dgm:spPr/>
      <dgm:t>
        <a:bodyPr/>
        <a:lstStyle/>
        <a:p>
          <a:endParaRPr lang="es-MX"/>
        </a:p>
      </dgm:t>
    </dgm:pt>
    <dgm:pt modelId="{2C7364C8-8B0A-4DFA-99A7-FC06E2786484}" type="parTrans" cxnId="{87FC93A1-F154-4EB8-8317-40A52528BD0F}">
      <dgm:prSet/>
      <dgm:spPr/>
      <dgm:t>
        <a:bodyPr/>
        <a:lstStyle/>
        <a:p>
          <a:endParaRPr lang="es-MX"/>
        </a:p>
      </dgm:t>
    </dgm:pt>
    <dgm:pt modelId="{A0ED6C56-C3D1-4C9B-B4EC-82E78D993466}" type="pres">
      <dgm:prSet presAssocID="{E17FCB2A-0B4F-4FB1-9B3F-7F0B3C096E70}" presName="diagram" presStyleCnt="0">
        <dgm:presLayoutVars>
          <dgm:dir/>
          <dgm:resizeHandles val="exact"/>
        </dgm:presLayoutVars>
      </dgm:prSet>
      <dgm:spPr/>
      <dgm:t>
        <a:bodyPr/>
        <a:lstStyle/>
        <a:p>
          <a:endParaRPr lang="es-MX"/>
        </a:p>
      </dgm:t>
    </dgm:pt>
    <dgm:pt modelId="{9BF16C36-7E94-47C4-81E3-68A462220588}" type="pres">
      <dgm:prSet presAssocID="{6420F432-C6BA-463A-A7A8-7D4C022BF6B3}" presName="node" presStyleLbl="node1" presStyleIdx="0" presStyleCnt="4">
        <dgm:presLayoutVars>
          <dgm:bulletEnabled val="1"/>
        </dgm:presLayoutVars>
      </dgm:prSet>
      <dgm:spPr/>
      <dgm:t>
        <a:bodyPr/>
        <a:lstStyle/>
        <a:p>
          <a:endParaRPr lang="es-MX"/>
        </a:p>
      </dgm:t>
    </dgm:pt>
    <dgm:pt modelId="{4B543935-7CA3-4538-97B9-E5123FEE995A}" type="pres">
      <dgm:prSet presAssocID="{75BC6449-ED2E-43F8-A476-3DC7A560B4B9}" presName="sibTrans" presStyleCnt="0"/>
      <dgm:spPr/>
    </dgm:pt>
    <dgm:pt modelId="{47A9A3F8-A49E-4B08-98DF-655CAE90AE7D}" type="pres">
      <dgm:prSet presAssocID="{EC41BC4E-5A28-4648-BA39-2D0226B38EEB}" presName="node" presStyleLbl="node1" presStyleIdx="1" presStyleCnt="4">
        <dgm:presLayoutVars>
          <dgm:bulletEnabled val="1"/>
        </dgm:presLayoutVars>
      </dgm:prSet>
      <dgm:spPr/>
      <dgm:t>
        <a:bodyPr/>
        <a:lstStyle/>
        <a:p>
          <a:endParaRPr lang="es-MX"/>
        </a:p>
      </dgm:t>
    </dgm:pt>
    <dgm:pt modelId="{7F9FA271-17B0-4C10-A56F-EFE4473685A1}" type="pres">
      <dgm:prSet presAssocID="{5B446706-ABA1-43B1-9056-BFB8E941480F}" presName="sibTrans" presStyleCnt="0"/>
      <dgm:spPr/>
    </dgm:pt>
    <dgm:pt modelId="{A5D40FB7-754A-47D5-8762-F3FE1F0B0E91}" type="pres">
      <dgm:prSet presAssocID="{75310503-1479-49DF-904E-1E3ED1515D7A}" presName="node" presStyleLbl="node1" presStyleIdx="2" presStyleCnt="4">
        <dgm:presLayoutVars>
          <dgm:bulletEnabled val="1"/>
        </dgm:presLayoutVars>
      </dgm:prSet>
      <dgm:spPr/>
      <dgm:t>
        <a:bodyPr/>
        <a:lstStyle/>
        <a:p>
          <a:endParaRPr lang="es-MX"/>
        </a:p>
      </dgm:t>
    </dgm:pt>
    <dgm:pt modelId="{21B35745-E1D8-4510-BB93-96A10DEAE843}" type="pres">
      <dgm:prSet presAssocID="{B87FEAFC-FDBB-426E-8642-FFD6AE7E4575}" presName="sibTrans" presStyleCnt="0"/>
      <dgm:spPr/>
    </dgm:pt>
    <dgm:pt modelId="{86C1828E-C907-497E-AEB1-B62C3612BFB2}" type="pres">
      <dgm:prSet presAssocID="{00A67711-E31B-49F3-8C5A-B8DE00F94392}" presName="node" presStyleLbl="node1" presStyleIdx="3" presStyleCnt="4">
        <dgm:presLayoutVars>
          <dgm:bulletEnabled val="1"/>
        </dgm:presLayoutVars>
      </dgm:prSet>
      <dgm:spPr/>
      <dgm:t>
        <a:bodyPr/>
        <a:lstStyle/>
        <a:p>
          <a:endParaRPr lang="es-MX"/>
        </a:p>
      </dgm:t>
    </dgm:pt>
  </dgm:ptLst>
  <dgm:cxnLst>
    <dgm:cxn modelId="{A2BE0C6D-27F6-4E00-B5F5-B826729CBCA6}" type="presOf" srcId="{6420F432-C6BA-463A-A7A8-7D4C022BF6B3}" destId="{9BF16C36-7E94-47C4-81E3-68A462220588}" srcOrd="0" destOrd="0" presId="urn:microsoft.com/office/officeart/2005/8/layout/default#1"/>
    <dgm:cxn modelId="{53BA6062-1F82-422E-8D53-2D25173F1412}" srcId="{E17FCB2A-0B4F-4FB1-9B3F-7F0B3C096E70}" destId="{6420F432-C6BA-463A-A7A8-7D4C022BF6B3}" srcOrd="0" destOrd="0" parTransId="{96695B4E-23E8-463A-8BF2-CC9E79FDB5F3}" sibTransId="{75BC6449-ED2E-43F8-A476-3DC7A560B4B9}"/>
    <dgm:cxn modelId="{87FC93A1-F154-4EB8-8317-40A52528BD0F}" srcId="{E17FCB2A-0B4F-4FB1-9B3F-7F0B3C096E70}" destId="{00A67711-E31B-49F3-8C5A-B8DE00F94392}" srcOrd="3" destOrd="0" parTransId="{2C7364C8-8B0A-4DFA-99A7-FC06E2786484}" sibTransId="{8956663D-EC6E-4FDA-83E0-E8F36346BA5F}"/>
    <dgm:cxn modelId="{C9D94B18-1988-4739-9BA9-6510667733DD}" type="presOf" srcId="{75310503-1479-49DF-904E-1E3ED1515D7A}" destId="{A5D40FB7-754A-47D5-8762-F3FE1F0B0E91}" srcOrd="0" destOrd="0" presId="urn:microsoft.com/office/officeart/2005/8/layout/default#1"/>
    <dgm:cxn modelId="{37C1A39D-6984-467B-A6BD-CB560D8932F7}" type="presOf" srcId="{EC41BC4E-5A28-4648-BA39-2D0226B38EEB}" destId="{47A9A3F8-A49E-4B08-98DF-655CAE90AE7D}" srcOrd="0" destOrd="0" presId="urn:microsoft.com/office/officeart/2005/8/layout/default#1"/>
    <dgm:cxn modelId="{62BA131D-EF42-4016-9EA7-4BADB4F6F941}" srcId="{E17FCB2A-0B4F-4FB1-9B3F-7F0B3C096E70}" destId="{EC41BC4E-5A28-4648-BA39-2D0226B38EEB}" srcOrd="1" destOrd="0" parTransId="{825CDCB5-AF14-4C2E-A5A2-56DECAF2A6F7}" sibTransId="{5B446706-ABA1-43B1-9056-BFB8E941480F}"/>
    <dgm:cxn modelId="{BD5161D2-27BC-4AC4-BBE0-F4E1EC7A2031}" type="presOf" srcId="{00A67711-E31B-49F3-8C5A-B8DE00F94392}" destId="{86C1828E-C907-497E-AEB1-B62C3612BFB2}" srcOrd="0" destOrd="0" presId="urn:microsoft.com/office/officeart/2005/8/layout/default#1"/>
    <dgm:cxn modelId="{E72A546E-8335-457A-8920-919A47A4931F}" srcId="{E17FCB2A-0B4F-4FB1-9B3F-7F0B3C096E70}" destId="{75310503-1479-49DF-904E-1E3ED1515D7A}" srcOrd="2" destOrd="0" parTransId="{C81A67C0-6B48-40F2-9ECA-9E6F5FF41CEA}" sibTransId="{B87FEAFC-FDBB-426E-8642-FFD6AE7E4575}"/>
    <dgm:cxn modelId="{B2CAB55D-27FD-4A40-852F-5E45449777D6}" type="presOf" srcId="{E17FCB2A-0B4F-4FB1-9B3F-7F0B3C096E70}" destId="{A0ED6C56-C3D1-4C9B-B4EC-82E78D993466}" srcOrd="0" destOrd="0" presId="urn:microsoft.com/office/officeart/2005/8/layout/default#1"/>
    <dgm:cxn modelId="{FE351F81-0F53-434C-9503-CF4DF01B92BE}" type="presParOf" srcId="{A0ED6C56-C3D1-4C9B-B4EC-82E78D993466}" destId="{9BF16C36-7E94-47C4-81E3-68A462220588}" srcOrd="0" destOrd="0" presId="urn:microsoft.com/office/officeart/2005/8/layout/default#1"/>
    <dgm:cxn modelId="{4F3CC6EA-FEF4-4207-B0AE-354D7F58E614}" type="presParOf" srcId="{A0ED6C56-C3D1-4C9B-B4EC-82E78D993466}" destId="{4B543935-7CA3-4538-97B9-E5123FEE995A}" srcOrd="1" destOrd="0" presId="urn:microsoft.com/office/officeart/2005/8/layout/default#1"/>
    <dgm:cxn modelId="{758EE380-C03C-4FC4-B674-1C4169ABEE79}" type="presParOf" srcId="{A0ED6C56-C3D1-4C9B-B4EC-82E78D993466}" destId="{47A9A3F8-A49E-4B08-98DF-655CAE90AE7D}" srcOrd="2" destOrd="0" presId="urn:microsoft.com/office/officeart/2005/8/layout/default#1"/>
    <dgm:cxn modelId="{AC40A2EC-D2A0-471C-AD6E-151B517A0789}" type="presParOf" srcId="{A0ED6C56-C3D1-4C9B-B4EC-82E78D993466}" destId="{7F9FA271-17B0-4C10-A56F-EFE4473685A1}" srcOrd="3" destOrd="0" presId="urn:microsoft.com/office/officeart/2005/8/layout/default#1"/>
    <dgm:cxn modelId="{0E4B4E80-12AE-44D2-A1F1-3C6DC37E29D9}" type="presParOf" srcId="{A0ED6C56-C3D1-4C9B-B4EC-82E78D993466}" destId="{A5D40FB7-754A-47D5-8762-F3FE1F0B0E91}" srcOrd="4" destOrd="0" presId="urn:microsoft.com/office/officeart/2005/8/layout/default#1"/>
    <dgm:cxn modelId="{367D0E53-D52A-40F5-AD68-8A1CAF3FAB57}" type="presParOf" srcId="{A0ED6C56-C3D1-4C9B-B4EC-82E78D993466}" destId="{21B35745-E1D8-4510-BB93-96A10DEAE843}" srcOrd="5" destOrd="0" presId="urn:microsoft.com/office/officeart/2005/8/layout/default#1"/>
    <dgm:cxn modelId="{BA7D1BAE-6ED5-4D52-B326-26D57ECAC5E5}" type="presParOf" srcId="{A0ED6C56-C3D1-4C9B-B4EC-82E78D993466}" destId="{86C1828E-C907-497E-AEB1-B62C3612BFB2}" srcOrd="6" destOrd="0" presId="urn:microsoft.com/office/officeart/2005/8/layout/defaul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575C94D-6209-4E24-A715-D5F99528CFC9}" type="doc">
      <dgm:prSet loTypeId="urn:microsoft.com/office/officeart/2005/8/layout/chevron1" loCatId="process" qsTypeId="urn:microsoft.com/office/officeart/2005/8/quickstyle/simple1" qsCatId="simple" csTypeId="urn:microsoft.com/office/officeart/2005/8/colors/colorful2" csCatId="colorful" phldr="1"/>
      <dgm:spPr/>
    </dgm:pt>
    <dgm:pt modelId="{68484391-A6CB-47DC-AEAC-27CE048E57A4}">
      <dgm:prSet phldrT="[Texto]" custT="1"/>
      <dgm:spPr/>
      <dgm:t>
        <a:bodyPr/>
        <a:lstStyle/>
        <a:p>
          <a:r>
            <a:rPr lang="es-MX" sz="1000" dirty="0" smtClean="0"/>
            <a:t>Reemplace la variable más a la izquierda por uno de los cuerpos de sus producciones</a:t>
          </a:r>
          <a:endParaRPr lang="es-MX" sz="1000" dirty="0"/>
        </a:p>
      </dgm:t>
    </dgm:pt>
    <dgm:pt modelId="{F5A9A3A3-1A76-4836-A84B-799783D1DBC4}" type="parTrans" cxnId="{8A2DD464-A831-487D-BDFF-EACD08C816A1}">
      <dgm:prSet/>
      <dgm:spPr/>
      <dgm:t>
        <a:bodyPr/>
        <a:lstStyle/>
        <a:p>
          <a:endParaRPr lang="es-MX"/>
        </a:p>
      </dgm:t>
    </dgm:pt>
    <dgm:pt modelId="{CA6C7FA0-F78B-48ED-BB4A-644A944DC172}" type="sibTrans" cxnId="{8A2DD464-A831-487D-BDFF-EACD08C816A1}">
      <dgm:prSet/>
      <dgm:spPr/>
      <dgm:t>
        <a:bodyPr/>
        <a:lstStyle/>
        <a:p>
          <a:endParaRPr lang="es-MX"/>
        </a:p>
      </dgm:t>
    </dgm:pt>
    <dgm:pt modelId="{30C98BEA-220E-4C3E-840D-FDC1E488897E}">
      <dgm:prSet phldrT="[Texto]" custT="1"/>
      <dgm:spPr/>
      <dgm:t>
        <a:bodyPr/>
        <a:lstStyle/>
        <a:p>
          <a:r>
            <a:rPr lang="es-MX" sz="1000" dirty="0" smtClean="0"/>
            <a:t>Tal derivación se conoce como derivación más a la izquierda, la cual se indica mediante las relaciones ⇒ lm y ⇒ ∗ lm </a:t>
          </a:r>
          <a:endParaRPr lang="es-MX" sz="1000" dirty="0"/>
        </a:p>
      </dgm:t>
    </dgm:pt>
    <dgm:pt modelId="{2EDAC2DB-4EB3-40C0-9E6A-8B7B838A5C20}" type="parTrans" cxnId="{9C614557-AB62-42B2-9AAA-15B409E010BC}">
      <dgm:prSet/>
      <dgm:spPr/>
      <dgm:t>
        <a:bodyPr/>
        <a:lstStyle/>
        <a:p>
          <a:endParaRPr lang="es-MX"/>
        </a:p>
      </dgm:t>
    </dgm:pt>
    <dgm:pt modelId="{B23A4FC2-583A-406B-870B-BE7A60DEECD8}" type="sibTrans" cxnId="{9C614557-AB62-42B2-9AAA-15B409E010BC}">
      <dgm:prSet/>
      <dgm:spPr/>
      <dgm:t>
        <a:bodyPr/>
        <a:lstStyle/>
        <a:p>
          <a:endParaRPr lang="es-MX"/>
        </a:p>
      </dgm:t>
    </dgm:pt>
    <dgm:pt modelId="{E4E5740B-6DD9-475F-9992-211A8798FBC8}">
      <dgm:prSet phldrT="[Texto]" custT="1"/>
      <dgm:spPr/>
      <dgm:t>
        <a:bodyPr/>
        <a:lstStyle/>
        <a:p>
          <a:r>
            <a:rPr lang="es-MX" sz="1000" dirty="0" smtClean="0"/>
            <a:t>Podemos colocar el nombre G debajo de la flecha en cualquiera de estos símbolos.</a:t>
          </a:r>
          <a:endParaRPr lang="es-MX" sz="1000" dirty="0"/>
        </a:p>
      </dgm:t>
    </dgm:pt>
    <dgm:pt modelId="{34D0504B-9494-4634-8FF4-DE616CB94425}" type="parTrans" cxnId="{400206FC-FB96-454D-B583-67F378A5B5EA}">
      <dgm:prSet/>
      <dgm:spPr/>
      <dgm:t>
        <a:bodyPr/>
        <a:lstStyle/>
        <a:p>
          <a:endParaRPr lang="es-MX"/>
        </a:p>
      </dgm:t>
    </dgm:pt>
    <dgm:pt modelId="{5C5BF462-3315-4C59-90E2-7355B6FF72AD}" type="sibTrans" cxnId="{400206FC-FB96-454D-B583-67F378A5B5EA}">
      <dgm:prSet/>
      <dgm:spPr/>
      <dgm:t>
        <a:bodyPr/>
        <a:lstStyle/>
        <a:p>
          <a:endParaRPr lang="es-MX"/>
        </a:p>
      </dgm:t>
    </dgm:pt>
    <dgm:pt modelId="{0495A873-2551-4298-89C4-49DB46570B5B}" type="pres">
      <dgm:prSet presAssocID="{7575C94D-6209-4E24-A715-D5F99528CFC9}" presName="Name0" presStyleCnt="0">
        <dgm:presLayoutVars>
          <dgm:dir/>
          <dgm:animLvl val="lvl"/>
          <dgm:resizeHandles val="exact"/>
        </dgm:presLayoutVars>
      </dgm:prSet>
      <dgm:spPr/>
    </dgm:pt>
    <dgm:pt modelId="{EEF77504-104A-4EC0-BF12-16543CC382EF}" type="pres">
      <dgm:prSet presAssocID="{68484391-A6CB-47DC-AEAC-27CE048E57A4}" presName="parTxOnly" presStyleLbl="node1" presStyleIdx="0" presStyleCnt="3" custScaleY="173435">
        <dgm:presLayoutVars>
          <dgm:chMax val="0"/>
          <dgm:chPref val="0"/>
          <dgm:bulletEnabled val="1"/>
        </dgm:presLayoutVars>
      </dgm:prSet>
      <dgm:spPr/>
      <dgm:t>
        <a:bodyPr/>
        <a:lstStyle/>
        <a:p>
          <a:endParaRPr lang="es-MX"/>
        </a:p>
      </dgm:t>
    </dgm:pt>
    <dgm:pt modelId="{8FAB9BD2-9B5F-49E1-B50F-BBA774BE9A6F}" type="pres">
      <dgm:prSet presAssocID="{CA6C7FA0-F78B-48ED-BB4A-644A944DC172}" presName="parTxOnlySpace" presStyleCnt="0"/>
      <dgm:spPr/>
    </dgm:pt>
    <dgm:pt modelId="{DC76CB78-7887-45F7-9EE0-5CEE22A6EDDD}" type="pres">
      <dgm:prSet presAssocID="{30C98BEA-220E-4C3E-840D-FDC1E488897E}" presName="parTxOnly" presStyleLbl="node1" presStyleIdx="1" presStyleCnt="3" custScaleY="173435">
        <dgm:presLayoutVars>
          <dgm:chMax val="0"/>
          <dgm:chPref val="0"/>
          <dgm:bulletEnabled val="1"/>
        </dgm:presLayoutVars>
      </dgm:prSet>
      <dgm:spPr/>
      <dgm:t>
        <a:bodyPr/>
        <a:lstStyle/>
        <a:p>
          <a:endParaRPr lang="es-MX"/>
        </a:p>
      </dgm:t>
    </dgm:pt>
    <dgm:pt modelId="{F637D09D-6D8F-4A61-8EC0-0D911085EBEC}" type="pres">
      <dgm:prSet presAssocID="{B23A4FC2-583A-406B-870B-BE7A60DEECD8}" presName="parTxOnlySpace" presStyleCnt="0"/>
      <dgm:spPr/>
    </dgm:pt>
    <dgm:pt modelId="{5A67E1EA-5B3B-4ABD-B334-B9B1E489006A}" type="pres">
      <dgm:prSet presAssocID="{E4E5740B-6DD9-475F-9992-211A8798FBC8}" presName="parTxOnly" presStyleLbl="node1" presStyleIdx="2" presStyleCnt="3" custScaleY="173435">
        <dgm:presLayoutVars>
          <dgm:chMax val="0"/>
          <dgm:chPref val="0"/>
          <dgm:bulletEnabled val="1"/>
        </dgm:presLayoutVars>
      </dgm:prSet>
      <dgm:spPr/>
      <dgm:t>
        <a:bodyPr/>
        <a:lstStyle/>
        <a:p>
          <a:endParaRPr lang="es-MX"/>
        </a:p>
      </dgm:t>
    </dgm:pt>
  </dgm:ptLst>
  <dgm:cxnLst>
    <dgm:cxn modelId="{1E965E65-C880-41F2-B0D7-845A66758238}" type="presOf" srcId="{7575C94D-6209-4E24-A715-D5F99528CFC9}" destId="{0495A873-2551-4298-89C4-49DB46570B5B}" srcOrd="0" destOrd="0" presId="urn:microsoft.com/office/officeart/2005/8/layout/chevron1"/>
    <dgm:cxn modelId="{9C614557-AB62-42B2-9AAA-15B409E010BC}" srcId="{7575C94D-6209-4E24-A715-D5F99528CFC9}" destId="{30C98BEA-220E-4C3E-840D-FDC1E488897E}" srcOrd="1" destOrd="0" parTransId="{2EDAC2DB-4EB3-40C0-9E6A-8B7B838A5C20}" sibTransId="{B23A4FC2-583A-406B-870B-BE7A60DEECD8}"/>
    <dgm:cxn modelId="{412397B8-5B0D-43B2-8D65-B17749802650}" type="presOf" srcId="{30C98BEA-220E-4C3E-840D-FDC1E488897E}" destId="{DC76CB78-7887-45F7-9EE0-5CEE22A6EDDD}" srcOrd="0" destOrd="0" presId="urn:microsoft.com/office/officeart/2005/8/layout/chevron1"/>
    <dgm:cxn modelId="{C198DF31-2E9E-40C3-8A80-E83D2D1AB318}" type="presOf" srcId="{68484391-A6CB-47DC-AEAC-27CE048E57A4}" destId="{EEF77504-104A-4EC0-BF12-16543CC382EF}" srcOrd="0" destOrd="0" presId="urn:microsoft.com/office/officeart/2005/8/layout/chevron1"/>
    <dgm:cxn modelId="{ECD5429E-A73E-410C-95A1-90A42BF2FDFC}" type="presOf" srcId="{E4E5740B-6DD9-475F-9992-211A8798FBC8}" destId="{5A67E1EA-5B3B-4ABD-B334-B9B1E489006A}" srcOrd="0" destOrd="0" presId="urn:microsoft.com/office/officeart/2005/8/layout/chevron1"/>
    <dgm:cxn modelId="{400206FC-FB96-454D-B583-67F378A5B5EA}" srcId="{7575C94D-6209-4E24-A715-D5F99528CFC9}" destId="{E4E5740B-6DD9-475F-9992-211A8798FBC8}" srcOrd="2" destOrd="0" parTransId="{34D0504B-9494-4634-8FF4-DE616CB94425}" sibTransId="{5C5BF462-3315-4C59-90E2-7355B6FF72AD}"/>
    <dgm:cxn modelId="{8A2DD464-A831-487D-BDFF-EACD08C816A1}" srcId="{7575C94D-6209-4E24-A715-D5F99528CFC9}" destId="{68484391-A6CB-47DC-AEAC-27CE048E57A4}" srcOrd="0" destOrd="0" parTransId="{F5A9A3A3-1A76-4836-A84B-799783D1DBC4}" sibTransId="{CA6C7FA0-F78B-48ED-BB4A-644A944DC172}"/>
    <dgm:cxn modelId="{3B9BA2AA-EF81-4410-9D59-6F2797AF0D8B}" type="presParOf" srcId="{0495A873-2551-4298-89C4-49DB46570B5B}" destId="{EEF77504-104A-4EC0-BF12-16543CC382EF}" srcOrd="0" destOrd="0" presId="urn:microsoft.com/office/officeart/2005/8/layout/chevron1"/>
    <dgm:cxn modelId="{866FAE6F-B23C-4568-BAF3-BC93E0292789}" type="presParOf" srcId="{0495A873-2551-4298-89C4-49DB46570B5B}" destId="{8FAB9BD2-9B5F-49E1-B50F-BBA774BE9A6F}" srcOrd="1" destOrd="0" presId="urn:microsoft.com/office/officeart/2005/8/layout/chevron1"/>
    <dgm:cxn modelId="{B9059812-4936-416E-B33B-3174A5572EC6}" type="presParOf" srcId="{0495A873-2551-4298-89C4-49DB46570B5B}" destId="{DC76CB78-7887-45F7-9EE0-5CEE22A6EDDD}" srcOrd="2" destOrd="0" presId="urn:microsoft.com/office/officeart/2005/8/layout/chevron1"/>
    <dgm:cxn modelId="{C48E43E5-0D47-4208-9A55-B99B359AB7A6}" type="presParOf" srcId="{0495A873-2551-4298-89C4-49DB46570B5B}" destId="{F637D09D-6D8F-4A61-8EC0-0D911085EBEC}" srcOrd="3" destOrd="0" presId="urn:microsoft.com/office/officeart/2005/8/layout/chevron1"/>
    <dgm:cxn modelId="{17A9F497-A8B9-4F28-B7AC-974C24B788E8}" type="presParOf" srcId="{0495A873-2551-4298-89C4-49DB46570B5B}" destId="{5A67E1EA-5B3B-4ABD-B334-B9B1E489006A}"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0336F0D-8CFF-4E01-A95B-DE69CCA3FA3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MX"/>
        </a:p>
      </dgm:t>
    </dgm:pt>
    <dgm:pt modelId="{ADF3D8D1-4806-4EFC-BA37-B4E100EAF610}">
      <dgm:prSet phldrT="[Texto]"/>
      <dgm:spPr/>
      <dgm:t>
        <a:bodyPr/>
        <a:lstStyle/>
        <a:p>
          <a:r>
            <a:rPr lang="es-MX"/>
            <a:t>Paso 1</a:t>
          </a:r>
        </a:p>
      </dgm:t>
    </dgm:pt>
    <dgm:pt modelId="{630A4D83-6741-4495-8CFA-11E6F6A836BE}" type="parTrans" cxnId="{07B4784B-F541-407C-A07B-67820222D41D}">
      <dgm:prSet/>
      <dgm:spPr/>
      <dgm:t>
        <a:bodyPr/>
        <a:lstStyle/>
        <a:p>
          <a:endParaRPr lang="es-MX"/>
        </a:p>
      </dgm:t>
    </dgm:pt>
    <dgm:pt modelId="{EADC5ABE-13CE-449E-BB1D-32D0B2771886}" type="sibTrans" cxnId="{07B4784B-F541-407C-A07B-67820222D41D}">
      <dgm:prSet/>
      <dgm:spPr/>
      <dgm:t>
        <a:bodyPr/>
        <a:lstStyle/>
        <a:p>
          <a:endParaRPr lang="es-MX"/>
        </a:p>
      </dgm:t>
    </dgm:pt>
    <dgm:pt modelId="{87C16837-BB1B-4397-8466-F6DF55315B17}">
      <dgm:prSet phldrT="[Texto]"/>
      <dgm:spPr/>
      <dgm:t>
        <a:bodyPr/>
        <a:lstStyle/>
        <a:p>
          <a:pPr algn="l"/>
          <a:r>
            <a:rPr lang="es-MX" dirty="0"/>
            <a:t>Eliminar los símbolos inútiles, aquellas variables o símbolos terminales que no aparecen en ninguna derivación de una cadena terminal que parta del símbolo inicial.</a:t>
          </a:r>
        </a:p>
      </dgm:t>
    </dgm:pt>
    <dgm:pt modelId="{FD7A321C-3B17-4F34-A90C-95F24DF1E5BF}" type="parTrans" cxnId="{6DD29D2B-A06C-4E66-80FD-A7198CA8E68E}">
      <dgm:prSet/>
      <dgm:spPr/>
      <dgm:t>
        <a:bodyPr/>
        <a:lstStyle/>
        <a:p>
          <a:endParaRPr lang="es-MX"/>
        </a:p>
      </dgm:t>
    </dgm:pt>
    <dgm:pt modelId="{02D654A4-DB50-4D9D-B545-C013B2C34642}" type="sibTrans" cxnId="{6DD29D2B-A06C-4E66-80FD-A7198CA8E68E}">
      <dgm:prSet/>
      <dgm:spPr/>
      <dgm:t>
        <a:bodyPr/>
        <a:lstStyle/>
        <a:p>
          <a:endParaRPr lang="es-MX"/>
        </a:p>
      </dgm:t>
    </dgm:pt>
    <dgm:pt modelId="{9094AEEC-7FAC-4967-875C-33224AEEC636}">
      <dgm:prSet phldrT="[Texto]"/>
      <dgm:spPr/>
      <dgm:t>
        <a:bodyPr/>
        <a:lstStyle/>
        <a:p>
          <a:r>
            <a:rPr lang="es-MX"/>
            <a:t>Paso 2</a:t>
          </a:r>
        </a:p>
      </dgm:t>
    </dgm:pt>
    <dgm:pt modelId="{6479ABF5-FA7A-4542-9A60-C922B66F1E06}" type="parTrans" cxnId="{C8AB25B2-48B7-4720-8907-3FA1172042D8}">
      <dgm:prSet/>
      <dgm:spPr/>
      <dgm:t>
        <a:bodyPr/>
        <a:lstStyle/>
        <a:p>
          <a:endParaRPr lang="es-MX"/>
        </a:p>
      </dgm:t>
    </dgm:pt>
    <dgm:pt modelId="{56D0AFA7-19A4-4304-A3FB-7EB046E6273E}" type="sibTrans" cxnId="{C8AB25B2-48B7-4720-8907-3FA1172042D8}">
      <dgm:prSet/>
      <dgm:spPr/>
      <dgm:t>
        <a:bodyPr/>
        <a:lstStyle/>
        <a:p>
          <a:endParaRPr lang="es-MX"/>
        </a:p>
      </dgm:t>
    </dgm:pt>
    <dgm:pt modelId="{18D4AD62-8A62-44DA-8838-5ECD9D9EC26F}">
      <dgm:prSet phldrT="[Texto]"/>
      <dgm:spPr/>
      <dgm:t>
        <a:bodyPr/>
        <a:lstStyle/>
        <a:p>
          <a:r>
            <a:rPr lang="es-MX"/>
            <a:t>Eliminar las producciones-ε , aquellas de la forma A→ε para alguna variable A.</a:t>
          </a:r>
        </a:p>
      </dgm:t>
    </dgm:pt>
    <dgm:pt modelId="{EBE372CC-D175-46C8-90EF-A2BAE3ED99DB}" type="parTrans" cxnId="{552D761D-1F59-40FD-A154-F2395F367F1F}">
      <dgm:prSet/>
      <dgm:spPr/>
      <dgm:t>
        <a:bodyPr/>
        <a:lstStyle/>
        <a:p>
          <a:endParaRPr lang="es-MX"/>
        </a:p>
      </dgm:t>
    </dgm:pt>
    <dgm:pt modelId="{DCC8935C-21A1-472A-B6A6-9D6BD71695F4}" type="sibTrans" cxnId="{552D761D-1F59-40FD-A154-F2395F367F1F}">
      <dgm:prSet/>
      <dgm:spPr/>
      <dgm:t>
        <a:bodyPr/>
        <a:lstStyle/>
        <a:p>
          <a:endParaRPr lang="es-MX"/>
        </a:p>
      </dgm:t>
    </dgm:pt>
    <dgm:pt modelId="{F0B179FC-1506-47B9-8505-2445052A1C6E}">
      <dgm:prSet phldrT="[Texto]"/>
      <dgm:spPr/>
      <dgm:t>
        <a:bodyPr/>
        <a:lstStyle/>
        <a:p>
          <a:r>
            <a:rPr lang="es-MX"/>
            <a:t>Paso 3</a:t>
          </a:r>
        </a:p>
      </dgm:t>
    </dgm:pt>
    <dgm:pt modelId="{D559B43C-D778-4FE0-B433-1E1930D120C5}" type="parTrans" cxnId="{07D2985D-FF24-48C2-9797-2A62D87BA1A7}">
      <dgm:prSet/>
      <dgm:spPr/>
      <dgm:t>
        <a:bodyPr/>
        <a:lstStyle/>
        <a:p>
          <a:endParaRPr lang="es-MX"/>
        </a:p>
      </dgm:t>
    </dgm:pt>
    <dgm:pt modelId="{C2028A62-EC88-4AAA-91A4-0B411EB5A33E}" type="sibTrans" cxnId="{07D2985D-FF24-48C2-9797-2A62D87BA1A7}">
      <dgm:prSet/>
      <dgm:spPr/>
      <dgm:t>
        <a:bodyPr/>
        <a:lstStyle/>
        <a:p>
          <a:endParaRPr lang="es-MX"/>
        </a:p>
      </dgm:t>
    </dgm:pt>
    <dgm:pt modelId="{26F5B585-D1FA-4CC0-9872-6C59BD15C495}">
      <dgm:prSet phldrT="[Texto]"/>
      <dgm:spPr/>
      <dgm:t>
        <a:bodyPr/>
        <a:lstStyle/>
        <a:p>
          <a:r>
            <a:rPr lang="es-MX"/>
            <a:t>Eliminar las Producción unitaria, aquellas de la forma A→B para A y B.</a:t>
          </a:r>
        </a:p>
      </dgm:t>
    </dgm:pt>
    <dgm:pt modelId="{9EF8A115-5D51-4E56-A87B-AFDE6DCEF145}" type="parTrans" cxnId="{56CECFE9-F1B6-4131-AD79-A5FE6A4E81AD}">
      <dgm:prSet/>
      <dgm:spPr/>
      <dgm:t>
        <a:bodyPr/>
        <a:lstStyle/>
        <a:p>
          <a:endParaRPr lang="es-MX"/>
        </a:p>
      </dgm:t>
    </dgm:pt>
    <dgm:pt modelId="{E7C36D1C-0F98-42D3-8A2F-C6DA96FB8FBD}" type="sibTrans" cxnId="{56CECFE9-F1B6-4131-AD79-A5FE6A4E81AD}">
      <dgm:prSet/>
      <dgm:spPr/>
      <dgm:t>
        <a:bodyPr/>
        <a:lstStyle/>
        <a:p>
          <a:endParaRPr lang="es-MX"/>
        </a:p>
      </dgm:t>
    </dgm:pt>
    <dgm:pt modelId="{297032DE-FB90-41C9-8EAD-AFC89220FDBB}" type="pres">
      <dgm:prSet presAssocID="{A0336F0D-8CFF-4E01-A95B-DE69CCA3FA37}" presName="Name0" presStyleCnt="0">
        <dgm:presLayoutVars>
          <dgm:dir/>
          <dgm:animLvl val="lvl"/>
          <dgm:resizeHandles val="exact"/>
        </dgm:presLayoutVars>
      </dgm:prSet>
      <dgm:spPr/>
      <dgm:t>
        <a:bodyPr/>
        <a:lstStyle/>
        <a:p>
          <a:endParaRPr lang="es-MX"/>
        </a:p>
      </dgm:t>
    </dgm:pt>
    <dgm:pt modelId="{805874FF-8D25-4AD8-9445-8635BDA54F78}" type="pres">
      <dgm:prSet presAssocID="{ADF3D8D1-4806-4EFC-BA37-B4E100EAF610}" presName="composite" presStyleCnt="0"/>
      <dgm:spPr/>
    </dgm:pt>
    <dgm:pt modelId="{6DC362BC-04BF-43BF-AC81-0A9E81A00AD0}" type="pres">
      <dgm:prSet presAssocID="{ADF3D8D1-4806-4EFC-BA37-B4E100EAF610}" presName="parTx" presStyleLbl="alignNode1" presStyleIdx="0" presStyleCnt="3">
        <dgm:presLayoutVars>
          <dgm:chMax val="0"/>
          <dgm:chPref val="0"/>
          <dgm:bulletEnabled val="1"/>
        </dgm:presLayoutVars>
      </dgm:prSet>
      <dgm:spPr/>
      <dgm:t>
        <a:bodyPr/>
        <a:lstStyle/>
        <a:p>
          <a:endParaRPr lang="es-MX"/>
        </a:p>
      </dgm:t>
    </dgm:pt>
    <dgm:pt modelId="{16C466F7-8ACE-4930-ABFB-0B26B5211F55}" type="pres">
      <dgm:prSet presAssocID="{ADF3D8D1-4806-4EFC-BA37-B4E100EAF610}" presName="desTx" presStyleLbl="alignAccFollowNode1" presStyleIdx="0" presStyleCnt="3">
        <dgm:presLayoutVars>
          <dgm:bulletEnabled val="1"/>
        </dgm:presLayoutVars>
      </dgm:prSet>
      <dgm:spPr/>
      <dgm:t>
        <a:bodyPr/>
        <a:lstStyle/>
        <a:p>
          <a:endParaRPr lang="es-MX"/>
        </a:p>
      </dgm:t>
    </dgm:pt>
    <dgm:pt modelId="{4547C489-3944-4E67-9E02-67CC7F0B2EFB}" type="pres">
      <dgm:prSet presAssocID="{EADC5ABE-13CE-449E-BB1D-32D0B2771886}" presName="space" presStyleCnt="0"/>
      <dgm:spPr/>
    </dgm:pt>
    <dgm:pt modelId="{906FCFEB-BBBB-4F87-9034-C4581A468348}" type="pres">
      <dgm:prSet presAssocID="{9094AEEC-7FAC-4967-875C-33224AEEC636}" presName="composite" presStyleCnt="0"/>
      <dgm:spPr/>
    </dgm:pt>
    <dgm:pt modelId="{2E8D8952-64F5-4312-BFB4-FF6B3D1805F3}" type="pres">
      <dgm:prSet presAssocID="{9094AEEC-7FAC-4967-875C-33224AEEC636}" presName="parTx" presStyleLbl="alignNode1" presStyleIdx="1" presStyleCnt="3">
        <dgm:presLayoutVars>
          <dgm:chMax val="0"/>
          <dgm:chPref val="0"/>
          <dgm:bulletEnabled val="1"/>
        </dgm:presLayoutVars>
      </dgm:prSet>
      <dgm:spPr/>
      <dgm:t>
        <a:bodyPr/>
        <a:lstStyle/>
        <a:p>
          <a:endParaRPr lang="es-MX"/>
        </a:p>
      </dgm:t>
    </dgm:pt>
    <dgm:pt modelId="{9559F763-55E4-48D6-9ED9-0E740E89EF60}" type="pres">
      <dgm:prSet presAssocID="{9094AEEC-7FAC-4967-875C-33224AEEC636}" presName="desTx" presStyleLbl="alignAccFollowNode1" presStyleIdx="1" presStyleCnt="3">
        <dgm:presLayoutVars>
          <dgm:bulletEnabled val="1"/>
        </dgm:presLayoutVars>
      </dgm:prSet>
      <dgm:spPr/>
      <dgm:t>
        <a:bodyPr/>
        <a:lstStyle/>
        <a:p>
          <a:endParaRPr lang="es-MX"/>
        </a:p>
      </dgm:t>
    </dgm:pt>
    <dgm:pt modelId="{FDA1643E-B3DD-4DCE-B7C9-499B273FAB67}" type="pres">
      <dgm:prSet presAssocID="{56D0AFA7-19A4-4304-A3FB-7EB046E6273E}" presName="space" presStyleCnt="0"/>
      <dgm:spPr/>
    </dgm:pt>
    <dgm:pt modelId="{0ECA75AC-26CF-4C34-8FF8-022471307F39}" type="pres">
      <dgm:prSet presAssocID="{F0B179FC-1506-47B9-8505-2445052A1C6E}" presName="composite" presStyleCnt="0"/>
      <dgm:spPr/>
    </dgm:pt>
    <dgm:pt modelId="{C55BE054-3ACB-448F-9E15-4C7E12E6E1AA}" type="pres">
      <dgm:prSet presAssocID="{F0B179FC-1506-47B9-8505-2445052A1C6E}" presName="parTx" presStyleLbl="alignNode1" presStyleIdx="2" presStyleCnt="3">
        <dgm:presLayoutVars>
          <dgm:chMax val="0"/>
          <dgm:chPref val="0"/>
          <dgm:bulletEnabled val="1"/>
        </dgm:presLayoutVars>
      </dgm:prSet>
      <dgm:spPr/>
      <dgm:t>
        <a:bodyPr/>
        <a:lstStyle/>
        <a:p>
          <a:endParaRPr lang="es-MX"/>
        </a:p>
      </dgm:t>
    </dgm:pt>
    <dgm:pt modelId="{079E18C2-E0E4-48D7-AA39-B36DE27E3D39}" type="pres">
      <dgm:prSet presAssocID="{F0B179FC-1506-47B9-8505-2445052A1C6E}" presName="desTx" presStyleLbl="alignAccFollowNode1" presStyleIdx="2" presStyleCnt="3">
        <dgm:presLayoutVars>
          <dgm:bulletEnabled val="1"/>
        </dgm:presLayoutVars>
      </dgm:prSet>
      <dgm:spPr/>
      <dgm:t>
        <a:bodyPr/>
        <a:lstStyle/>
        <a:p>
          <a:endParaRPr lang="es-MX"/>
        </a:p>
      </dgm:t>
    </dgm:pt>
  </dgm:ptLst>
  <dgm:cxnLst>
    <dgm:cxn modelId="{8427C6DE-A394-4EB5-9E50-E55F5C833CF0}" type="presOf" srcId="{9094AEEC-7FAC-4967-875C-33224AEEC636}" destId="{2E8D8952-64F5-4312-BFB4-FF6B3D1805F3}" srcOrd="0" destOrd="0" presId="urn:microsoft.com/office/officeart/2005/8/layout/hList1"/>
    <dgm:cxn modelId="{C8AB25B2-48B7-4720-8907-3FA1172042D8}" srcId="{A0336F0D-8CFF-4E01-A95B-DE69CCA3FA37}" destId="{9094AEEC-7FAC-4967-875C-33224AEEC636}" srcOrd="1" destOrd="0" parTransId="{6479ABF5-FA7A-4542-9A60-C922B66F1E06}" sibTransId="{56D0AFA7-19A4-4304-A3FB-7EB046E6273E}"/>
    <dgm:cxn modelId="{23D35C66-B48A-4345-AC02-D2DCFD673215}" type="presOf" srcId="{87C16837-BB1B-4397-8466-F6DF55315B17}" destId="{16C466F7-8ACE-4930-ABFB-0B26B5211F55}" srcOrd="0" destOrd="0" presId="urn:microsoft.com/office/officeart/2005/8/layout/hList1"/>
    <dgm:cxn modelId="{DA6BCB62-2570-469F-9957-6AC2BB4A5AAF}" type="presOf" srcId="{18D4AD62-8A62-44DA-8838-5ECD9D9EC26F}" destId="{9559F763-55E4-48D6-9ED9-0E740E89EF60}" srcOrd="0" destOrd="0" presId="urn:microsoft.com/office/officeart/2005/8/layout/hList1"/>
    <dgm:cxn modelId="{C40F2B11-B838-4F1D-BD11-3F82C962E3C2}" type="presOf" srcId="{26F5B585-D1FA-4CC0-9872-6C59BD15C495}" destId="{079E18C2-E0E4-48D7-AA39-B36DE27E3D39}" srcOrd="0" destOrd="0" presId="urn:microsoft.com/office/officeart/2005/8/layout/hList1"/>
    <dgm:cxn modelId="{07D2985D-FF24-48C2-9797-2A62D87BA1A7}" srcId="{A0336F0D-8CFF-4E01-A95B-DE69CCA3FA37}" destId="{F0B179FC-1506-47B9-8505-2445052A1C6E}" srcOrd="2" destOrd="0" parTransId="{D559B43C-D778-4FE0-B433-1E1930D120C5}" sibTransId="{C2028A62-EC88-4AAA-91A4-0B411EB5A33E}"/>
    <dgm:cxn modelId="{E6A130C0-E8B5-4E8C-8CE1-B900EFD9C62F}" type="presOf" srcId="{ADF3D8D1-4806-4EFC-BA37-B4E100EAF610}" destId="{6DC362BC-04BF-43BF-AC81-0A9E81A00AD0}" srcOrd="0" destOrd="0" presId="urn:microsoft.com/office/officeart/2005/8/layout/hList1"/>
    <dgm:cxn modelId="{552D761D-1F59-40FD-A154-F2395F367F1F}" srcId="{9094AEEC-7FAC-4967-875C-33224AEEC636}" destId="{18D4AD62-8A62-44DA-8838-5ECD9D9EC26F}" srcOrd="0" destOrd="0" parTransId="{EBE372CC-D175-46C8-90EF-A2BAE3ED99DB}" sibTransId="{DCC8935C-21A1-472A-B6A6-9D6BD71695F4}"/>
    <dgm:cxn modelId="{F7EE24AF-1123-4A09-A694-AF26FE239839}" type="presOf" srcId="{F0B179FC-1506-47B9-8505-2445052A1C6E}" destId="{C55BE054-3ACB-448F-9E15-4C7E12E6E1AA}" srcOrd="0" destOrd="0" presId="urn:microsoft.com/office/officeart/2005/8/layout/hList1"/>
    <dgm:cxn modelId="{07B4784B-F541-407C-A07B-67820222D41D}" srcId="{A0336F0D-8CFF-4E01-A95B-DE69CCA3FA37}" destId="{ADF3D8D1-4806-4EFC-BA37-B4E100EAF610}" srcOrd="0" destOrd="0" parTransId="{630A4D83-6741-4495-8CFA-11E6F6A836BE}" sibTransId="{EADC5ABE-13CE-449E-BB1D-32D0B2771886}"/>
    <dgm:cxn modelId="{EB129521-227A-425E-B150-35580031ADAB}" type="presOf" srcId="{A0336F0D-8CFF-4E01-A95B-DE69CCA3FA37}" destId="{297032DE-FB90-41C9-8EAD-AFC89220FDBB}" srcOrd="0" destOrd="0" presId="urn:microsoft.com/office/officeart/2005/8/layout/hList1"/>
    <dgm:cxn modelId="{56CECFE9-F1B6-4131-AD79-A5FE6A4E81AD}" srcId="{F0B179FC-1506-47B9-8505-2445052A1C6E}" destId="{26F5B585-D1FA-4CC0-9872-6C59BD15C495}" srcOrd="0" destOrd="0" parTransId="{9EF8A115-5D51-4E56-A87B-AFDE6DCEF145}" sibTransId="{E7C36D1C-0F98-42D3-8A2F-C6DA96FB8FBD}"/>
    <dgm:cxn modelId="{6DD29D2B-A06C-4E66-80FD-A7198CA8E68E}" srcId="{ADF3D8D1-4806-4EFC-BA37-B4E100EAF610}" destId="{87C16837-BB1B-4397-8466-F6DF55315B17}" srcOrd="0" destOrd="0" parTransId="{FD7A321C-3B17-4F34-A90C-95F24DF1E5BF}" sibTransId="{02D654A4-DB50-4D9D-B545-C013B2C34642}"/>
    <dgm:cxn modelId="{AAC97737-97D5-4894-8B0C-BDDC31AB405B}" type="presParOf" srcId="{297032DE-FB90-41C9-8EAD-AFC89220FDBB}" destId="{805874FF-8D25-4AD8-9445-8635BDA54F78}" srcOrd="0" destOrd="0" presId="urn:microsoft.com/office/officeart/2005/8/layout/hList1"/>
    <dgm:cxn modelId="{95865858-EB72-45EE-9E97-9DA06A620C19}" type="presParOf" srcId="{805874FF-8D25-4AD8-9445-8635BDA54F78}" destId="{6DC362BC-04BF-43BF-AC81-0A9E81A00AD0}" srcOrd="0" destOrd="0" presId="urn:microsoft.com/office/officeart/2005/8/layout/hList1"/>
    <dgm:cxn modelId="{71AC74F8-53F6-4796-945F-155EAB8050D7}" type="presParOf" srcId="{805874FF-8D25-4AD8-9445-8635BDA54F78}" destId="{16C466F7-8ACE-4930-ABFB-0B26B5211F55}" srcOrd="1" destOrd="0" presId="urn:microsoft.com/office/officeart/2005/8/layout/hList1"/>
    <dgm:cxn modelId="{8FC820E4-D869-4901-9946-D2D0A4FE4C18}" type="presParOf" srcId="{297032DE-FB90-41C9-8EAD-AFC89220FDBB}" destId="{4547C489-3944-4E67-9E02-67CC7F0B2EFB}" srcOrd="1" destOrd="0" presId="urn:microsoft.com/office/officeart/2005/8/layout/hList1"/>
    <dgm:cxn modelId="{50CD0875-ED95-4F14-A127-A21340C69E38}" type="presParOf" srcId="{297032DE-FB90-41C9-8EAD-AFC89220FDBB}" destId="{906FCFEB-BBBB-4F87-9034-C4581A468348}" srcOrd="2" destOrd="0" presId="urn:microsoft.com/office/officeart/2005/8/layout/hList1"/>
    <dgm:cxn modelId="{196A0473-9168-4BFD-8A31-E0C979E224FF}" type="presParOf" srcId="{906FCFEB-BBBB-4F87-9034-C4581A468348}" destId="{2E8D8952-64F5-4312-BFB4-FF6B3D1805F3}" srcOrd="0" destOrd="0" presId="urn:microsoft.com/office/officeart/2005/8/layout/hList1"/>
    <dgm:cxn modelId="{ADBAA515-30BE-4E5B-BD22-C993176487CA}" type="presParOf" srcId="{906FCFEB-BBBB-4F87-9034-C4581A468348}" destId="{9559F763-55E4-48D6-9ED9-0E740E89EF60}" srcOrd="1" destOrd="0" presId="urn:microsoft.com/office/officeart/2005/8/layout/hList1"/>
    <dgm:cxn modelId="{58903ACB-5F11-4F34-A12B-299476B6D892}" type="presParOf" srcId="{297032DE-FB90-41C9-8EAD-AFC89220FDBB}" destId="{FDA1643E-B3DD-4DCE-B7C9-499B273FAB67}" srcOrd="3" destOrd="0" presId="urn:microsoft.com/office/officeart/2005/8/layout/hList1"/>
    <dgm:cxn modelId="{E0D59AF2-4C2B-4DA6-B636-B081ED44EACF}" type="presParOf" srcId="{297032DE-FB90-41C9-8EAD-AFC89220FDBB}" destId="{0ECA75AC-26CF-4C34-8FF8-022471307F39}" srcOrd="4" destOrd="0" presId="urn:microsoft.com/office/officeart/2005/8/layout/hList1"/>
    <dgm:cxn modelId="{BC8CA80C-58F0-4F9A-B1F0-A86154260B13}" type="presParOf" srcId="{0ECA75AC-26CF-4C34-8FF8-022471307F39}" destId="{C55BE054-3ACB-448F-9E15-4C7E12E6E1AA}" srcOrd="0" destOrd="0" presId="urn:microsoft.com/office/officeart/2005/8/layout/hList1"/>
    <dgm:cxn modelId="{4DAE50D6-2B41-46AC-A1C8-2889309E2711}" type="presParOf" srcId="{0ECA75AC-26CF-4C34-8FF8-022471307F39}" destId="{079E18C2-E0E4-48D7-AA39-B36DE27E3D3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0336F0D-8CFF-4E01-A95B-DE69CCA3FA3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MX"/>
        </a:p>
      </dgm:t>
    </dgm:pt>
    <dgm:pt modelId="{ADF3D8D1-4806-4EFC-BA37-B4E100EAF610}">
      <dgm:prSet phldrT="[Texto]"/>
      <dgm:spPr/>
      <dgm:t>
        <a:bodyPr/>
        <a:lstStyle/>
        <a:p>
          <a:r>
            <a:rPr lang="es-MX" dirty="0"/>
            <a:t>Paso 1</a:t>
          </a:r>
        </a:p>
      </dgm:t>
    </dgm:pt>
    <dgm:pt modelId="{630A4D83-6741-4495-8CFA-11E6F6A836BE}" type="parTrans" cxnId="{07B4784B-F541-407C-A07B-67820222D41D}">
      <dgm:prSet/>
      <dgm:spPr/>
      <dgm:t>
        <a:bodyPr/>
        <a:lstStyle/>
        <a:p>
          <a:endParaRPr lang="es-MX"/>
        </a:p>
      </dgm:t>
    </dgm:pt>
    <dgm:pt modelId="{EADC5ABE-13CE-449E-BB1D-32D0B2771886}" type="sibTrans" cxnId="{07B4784B-F541-407C-A07B-67820222D41D}">
      <dgm:prSet/>
      <dgm:spPr/>
      <dgm:t>
        <a:bodyPr/>
        <a:lstStyle/>
        <a:p>
          <a:endParaRPr lang="es-MX"/>
        </a:p>
      </dgm:t>
    </dgm:pt>
    <dgm:pt modelId="{87C16837-BB1B-4397-8466-F6DF55315B17}">
      <dgm:prSet phldrT="[Texto]"/>
      <dgm:spPr/>
      <dgm:t>
        <a:bodyPr/>
        <a:lstStyle/>
        <a:p>
          <a:pPr algn="ctr"/>
          <a:r>
            <a:rPr lang="es-MX" dirty="0" smtClean="0"/>
            <a:t>Decimos que X es generador si X ⇒ ∗ w para alguna cadena terminal w. Observe que todo símbolo terminal es generador, ya que w puede ser ese mismo símbolo terminal, el cual se obtiene en cero pasos.</a:t>
          </a:r>
          <a:endParaRPr lang="es-MX" dirty="0"/>
        </a:p>
      </dgm:t>
    </dgm:pt>
    <dgm:pt modelId="{FD7A321C-3B17-4F34-A90C-95F24DF1E5BF}" type="parTrans" cxnId="{6DD29D2B-A06C-4E66-80FD-A7198CA8E68E}">
      <dgm:prSet/>
      <dgm:spPr/>
      <dgm:t>
        <a:bodyPr/>
        <a:lstStyle/>
        <a:p>
          <a:endParaRPr lang="es-MX"/>
        </a:p>
      </dgm:t>
    </dgm:pt>
    <dgm:pt modelId="{02D654A4-DB50-4D9D-B545-C013B2C34642}" type="sibTrans" cxnId="{6DD29D2B-A06C-4E66-80FD-A7198CA8E68E}">
      <dgm:prSet/>
      <dgm:spPr/>
      <dgm:t>
        <a:bodyPr/>
        <a:lstStyle/>
        <a:p>
          <a:endParaRPr lang="es-MX"/>
        </a:p>
      </dgm:t>
    </dgm:pt>
    <dgm:pt modelId="{9094AEEC-7FAC-4967-875C-33224AEEC636}">
      <dgm:prSet phldrT="[Texto]"/>
      <dgm:spPr/>
      <dgm:t>
        <a:bodyPr/>
        <a:lstStyle/>
        <a:p>
          <a:r>
            <a:rPr lang="es-MX" dirty="0"/>
            <a:t>Paso 2</a:t>
          </a:r>
        </a:p>
      </dgm:t>
    </dgm:pt>
    <dgm:pt modelId="{6479ABF5-FA7A-4542-9A60-C922B66F1E06}" type="parTrans" cxnId="{C8AB25B2-48B7-4720-8907-3FA1172042D8}">
      <dgm:prSet/>
      <dgm:spPr/>
      <dgm:t>
        <a:bodyPr/>
        <a:lstStyle/>
        <a:p>
          <a:endParaRPr lang="es-MX"/>
        </a:p>
      </dgm:t>
    </dgm:pt>
    <dgm:pt modelId="{56D0AFA7-19A4-4304-A3FB-7EB046E6273E}" type="sibTrans" cxnId="{C8AB25B2-48B7-4720-8907-3FA1172042D8}">
      <dgm:prSet/>
      <dgm:spPr/>
      <dgm:t>
        <a:bodyPr/>
        <a:lstStyle/>
        <a:p>
          <a:endParaRPr lang="es-MX"/>
        </a:p>
      </dgm:t>
    </dgm:pt>
    <dgm:pt modelId="{18D4AD62-8A62-44DA-8838-5ECD9D9EC26F}">
      <dgm:prSet phldrT="[Texto]"/>
      <dgm:spPr/>
      <dgm:t>
        <a:bodyPr/>
        <a:lstStyle/>
        <a:p>
          <a:pPr algn="ctr"/>
          <a:r>
            <a:rPr lang="es-MX" dirty="0" smtClean="0"/>
            <a:t>Decimos que X es alcanzable si existe una derivación S⇒ ∗ </a:t>
          </a:r>
          <a:r>
            <a:rPr lang="es-MX" dirty="0" err="1" smtClean="0"/>
            <a:t>αXβ</a:t>
          </a:r>
          <a:r>
            <a:rPr lang="es-MX" dirty="0" smtClean="0"/>
            <a:t> para algún α y β .</a:t>
          </a:r>
          <a:endParaRPr lang="es-MX" dirty="0"/>
        </a:p>
      </dgm:t>
    </dgm:pt>
    <dgm:pt modelId="{EBE372CC-D175-46C8-90EF-A2BAE3ED99DB}" type="parTrans" cxnId="{552D761D-1F59-40FD-A154-F2395F367F1F}">
      <dgm:prSet/>
      <dgm:spPr/>
      <dgm:t>
        <a:bodyPr/>
        <a:lstStyle/>
        <a:p>
          <a:endParaRPr lang="es-MX"/>
        </a:p>
      </dgm:t>
    </dgm:pt>
    <dgm:pt modelId="{DCC8935C-21A1-472A-B6A6-9D6BD71695F4}" type="sibTrans" cxnId="{552D761D-1F59-40FD-A154-F2395F367F1F}">
      <dgm:prSet/>
      <dgm:spPr/>
      <dgm:t>
        <a:bodyPr/>
        <a:lstStyle/>
        <a:p>
          <a:endParaRPr lang="es-MX"/>
        </a:p>
      </dgm:t>
    </dgm:pt>
    <dgm:pt modelId="{CD7CCBDD-DEC0-4340-A88E-C795708C96C1}">
      <dgm:prSet/>
      <dgm:spPr/>
      <dgm:t>
        <a:bodyPr/>
        <a:lstStyle/>
        <a:p>
          <a:pPr algn="l"/>
          <a:endParaRPr lang="es-MX" dirty="0"/>
        </a:p>
      </dgm:t>
    </dgm:pt>
    <dgm:pt modelId="{4514975F-1E6E-4A37-A517-5F651C5C7E38}" type="parTrans" cxnId="{03B6EE6F-912D-4B9D-B8D7-B6C2DE3535F1}">
      <dgm:prSet/>
      <dgm:spPr/>
      <dgm:t>
        <a:bodyPr/>
        <a:lstStyle/>
        <a:p>
          <a:endParaRPr lang="es-MX"/>
        </a:p>
      </dgm:t>
    </dgm:pt>
    <dgm:pt modelId="{568DC1EB-AC1C-4332-B9A5-82BB70B71C2F}" type="sibTrans" cxnId="{03B6EE6F-912D-4B9D-B8D7-B6C2DE3535F1}">
      <dgm:prSet/>
      <dgm:spPr/>
      <dgm:t>
        <a:bodyPr/>
        <a:lstStyle/>
        <a:p>
          <a:endParaRPr lang="es-MX"/>
        </a:p>
      </dgm:t>
    </dgm:pt>
    <dgm:pt modelId="{297032DE-FB90-41C9-8EAD-AFC89220FDBB}" type="pres">
      <dgm:prSet presAssocID="{A0336F0D-8CFF-4E01-A95B-DE69CCA3FA37}" presName="Name0" presStyleCnt="0">
        <dgm:presLayoutVars>
          <dgm:dir/>
          <dgm:animLvl val="lvl"/>
          <dgm:resizeHandles val="exact"/>
        </dgm:presLayoutVars>
      </dgm:prSet>
      <dgm:spPr/>
      <dgm:t>
        <a:bodyPr/>
        <a:lstStyle/>
        <a:p>
          <a:endParaRPr lang="es-MX"/>
        </a:p>
      </dgm:t>
    </dgm:pt>
    <dgm:pt modelId="{805874FF-8D25-4AD8-9445-8635BDA54F78}" type="pres">
      <dgm:prSet presAssocID="{ADF3D8D1-4806-4EFC-BA37-B4E100EAF610}" presName="composite" presStyleCnt="0"/>
      <dgm:spPr/>
    </dgm:pt>
    <dgm:pt modelId="{6DC362BC-04BF-43BF-AC81-0A9E81A00AD0}" type="pres">
      <dgm:prSet presAssocID="{ADF3D8D1-4806-4EFC-BA37-B4E100EAF610}" presName="parTx" presStyleLbl="alignNode1" presStyleIdx="0" presStyleCnt="2">
        <dgm:presLayoutVars>
          <dgm:chMax val="0"/>
          <dgm:chPref val="0"/>
          <dgm:bulletEnabled val="1"/>
        </dgm:presLayoutVars>
      </dgm:prSet>
      <dgm:spPr/>
      <dgm:t>
        <a:bodyPr/>
        <a:lstStyle/>
        <a:p>
          <a:endParaRPr lang="es-MX"/>
        </a:p>
      </dgm:t>
    </dgm:pt>
    <dgm:pt modelId="{16C466F7-8ACE-4930-ABFB-0B26B5211F55}" type="pres">
      <dgm:prSet presAssocID="{ADF3D8D1-4806-4EFC-BA37-B4E100EAF610}" presName="desTx" presStyleLbl="alignAccFollowNode1" presStyleIdx="0" presStyleCnt="2">
        <dgm:presLayoutVars>
          <dgm:bulletEnabled val="1"/>
        </dgm:presLayoutVars>
      </dgm:prSet>
      <dgm:spPr/>
      <dgm:t>
        <a:bodyPr/>
        <a:lstStyle/>
        <a:p>
          <a:endParaRPr lang="es-MX"/>
        </a:p>
      </dgm:t>
    </dgm:pt>
    <dgm:pt modelId="{4547C489-3944-4E67-9E02-67CC7F0B2EFB}" type="pres">
      <dgm:prSet presAssocID="{EADC5ABE-13CE-449E-BB1D-32D0B2771886}" presName="space" presStyleCnt="0"/>
      <dgm:spPr/>
    </dgm:pt>
    <dgm:pt modelId="{906FCFEB-BBBB-4F87-9034-C4581A468348}" type="pres">
      <dgm:prSet presAssocID="{9094AEEC-7FAC-4967-875C-33224AEEC636}" presName="composite" presStyleCnt="0"/>
      <dgm:spPr/>
    </dgm:pt>
    <dgm:pt modelId="{2E8D8952-64F5-4312-BFB4-FF6B3D1805F3}" type="pres">
      <dgm:prSet presAssocID="{9094AEEC-7FAC-4967-875C-33224AEEC636}" presName="parTx" presStyleLbl="alignNode1" presStyleIdx="1" presStyleCnt="2">
        <dgm:presLayoutVars>
          <dgm:chMax val="0"/>
          <dgm:chPref val="0"/>
          <dgm:bulletEnabled val="1"/>
        </dgm:presLayoutVars>
      </dgm:prSet>
      <dgm:spPr/>
      <dgm:t>
        <a:bodyPr/>
        <a:lstStyle/>
        <a:p>
          <a:endParaRPr lang="es-MX"/>
        </a:p>
      </dgm:t>
    </dgm:pt>
    <dgm:pt modelId="{9559F763-55E4-48D6-9ED9-0E740E89EF60}" type="pres">
      <dgm:prSet presAssocID="{9094AEEC-7FAC-4967-875C-33224AEEC636}" presName="desTx" presStyleLbl="alignAccFollowNode1" presStyleIdx="1" presStyleCnt="2">
        <dgm:presLayoutVars>
          <dgm:bulletEnabled val="1"/>
        </dgm:presLayoutVars>
      </dgm:prSet>
      <dgm:spPr/>
      <dgm:t>
        <a:bodyPr/>
        <a:lstStyle/>
        <a:p>
          <a:endParaRPr lang="es-MX"/>
        </a:p>
      </dgm:t>
    </dgm:pt>
  </dgm:ptLst>
  <dgm:cxnLst>
    <dgm:cxn modelId="{C8AB25B2-48B7-4720-8907-3FA1172042D8}" srcId="{A0336F0D-8CFF-4E01-A95B-DE69CCA3FA37}" destId="{9094AEEC-7FAC-4967-875C-33224AEEC636}" srcOrd="1" destOrd="0" parTransId="{6479ABF5-FA7A-4542-9A60-C922B66F1E06}" sibTransId="{56D0AFA7-19A4-4304-A3FB-7EB046E6273E}"/>
    <dgm:cxn modelId="{4372F1E3-CAFE-4B07-ACEA-3F9C8D31E2E8}" type="presOf" srcId="{9094AEEC-7FAC-4967-875C-33224AEEC636}" destId="{2E8D8952-64F5-4312-BFB4-FF6B3D1805F3}" srcOrd="0" destOrd="0" presId="urn:microsoft.com/office/officeart/2005/8/layout/hList1"/>
    <dgm:cxn modelId="{C6A18004-F278-48EE-9952-70B24D14AE0D}" type="presOf" srcId="{CD7CCBDD-DEC0-4340-A88E-C795708C96C1}" destId="{9559F763-55E4-48D6-9ED9-0E740E89EF60}" srcOrd="0" destOrd="1" presId="urn:microsoft.com/office/officeart/2005/8/layout/hList1"/>
    <dgm:cxn modelId="{13D79320-C44A-4186-B673-6A880F0C7607}" type="presOf" srcId="{A0336F0D-8CFF-4E01-A95B-DE69CCA3FA37}" destId="{297032DE-FB90-41C9-8EAD-AFC89220FDBB}" srcOrd="0" destOrd="0" presId="urn:microsoft.com/office/officeart/2005/8/layout/hList1"/>
    <dgm:cxn modelId="{E8596FEA-4D08-4CBF-B81F-A0C0EA453E11}" type="presOf" srcId="{ADF3D8D1-4806-4EFC-BA37-B4E100EAF610}" destId="{6DC362BC-04BF-43BF-AC81-0A9E81A00AD0}" srcOrd="0" destOrd="0" presId="urn:microsoft.com/office/officeart/2005/8/layout/hList1"/>
    <dgm:cxn modelId="{552D761D-1F59-40FD-A154-F2395F367F1F}" srcId="{9094AEEC-7FAC-4967-875C-33224AEEC636}" destId="{18D4AD62-8A62-44DA-8838-5ECD9D9EC26F}" srcOrd="0" destOrd="0" parTransId="{EBE372CC-D175-46C8-90EF-A2BAE3ED99DB}" sibTransId="{DCC8935C-21A1-472A-B6A6-9D6BD71695F4}"/>
    <dgm:cxn modelId="{07B4784B-F541-407C-A07B-67820222D41D}" srcId="{A0336F0D-8CFF-4E01-A95B-DE69CCA3FA37}" destId="{ADF3D8D1-4806-4EFC-BA37-B4E100EAF610}" srcOrd="0" destOrd="0" parTransId="{630A4D83-6741-4495-8CFA-11E6F6A836BE}" sibTransId="{EADC5ABE-13CE-449E-BB1D-32D0B2771886}"/>
    <dgm:cxn modelId="{AF4E4EA3-E00F-400E-9198-28F27CD4E00C}" type="presOf" srcId="{18D4AD62-8A62-44DA-8838-5ECD9D9EC26F}" destId="{9559F763-55E4-48D6-9ED9-0E740E89EF60}" srcOrd="0" destOrd="0" presId="urn:microsoft.com/office/officeart/2005/8/layout/hList1"/>
    <dgm:cxn modelId="{AE220B19-4D45-4DAC-A937-FE99DD595A74}" type="presOf" srcId="{87C16837-BB1B-4397-8466-F6DF55315B17}" destId="{16C466F7-8ACE-4930-ABFB-0B26B5211F55}" srcOrd="0" destOrd="0" presId="urn:microsoft.com/office/officeart/2005/8/layout/hList1"/>
    <dgm:cxn modelId="{03B6EE6F-912D-4B9D-B8D7-B6C2DE3535F1}" srcId="{18D4AD62-8A62-44DA-8838-5ECD9D9EC26F}" destId="{CD7CCBDD-DEC0-4340-A88E-C795708C96C1}" srcOrd="0" destOrd="0" parTransId="{4514975F-1E6E-4A37-A517-5F651C5C7E38}" sibTransId="{568DC1EB-AC1C-4332-B9A5-82BB70B71C2F}"/>
    <dgm:cxn modelId="{6DD29D2B-A06C-4E66-80FD-A7198CA8E68E}" srcId="{ADF3D8D1-4806-4EFC-BA37-B4E100EAF610}" destId="{87C16837-BB1B-4397-8466-F6DF55315B17}" srcOrd="0" destOrd="0" parTransId="{FD7A321C-3B17-4F34-A90C-95F24DF1E5BF}" sibTransId="{02D654A4-DB50-4D9D-B545-C013B2C34642}"/>
    <dgm:cxn modelId="{239EC681-CAEE-4421-A098-AF3536F0FB8F}" type="presParOf" srcId="{297032DE-FB90-41C9-8EAD-AFC89220FDBB}" destId="{805874FF-8D25-4AD8-9445-8635BDA54F78}" srcOrd="0" destOrd="0" presId="urn:microsoft.com/office/officeart/2005/8/layout/hList1"/>
    <dgm:cxn modelId="{8770C46D-6D3E-435B-B188-3F0136FC48E5}" type="presParOf" srcId="{805874FF-8D25-4AD8-9445-8635BDA54F78}" destId="{6DC362BC-04BF-43BF-AC81-0A9E81A00AD0}" srcOrd="0" destOrd="0" presId="urn:microsoft.com/office/officeart/2005/8/layout/hList1"/>
    <dgm:cxn modelId="{820338B1-6C72-4ADF-B790-FCB6A8F95956}" type="presParOf" srcId="{805874FF-8D25-4AD8-9445-8635BDA54F78}" destId="{16C466F7-8ACE-4930-ABFB-0B26B5211F55}" srcOrd="1" destOrd="0" presId="urn:microsoft.com/office/officeart/2005/8/layout/hList1"/>
    <dgm:cxn modelId="{285686C8-B49E-46CB-AF4C-F4F84E0989EB}" type="presParOf" srcId="{297032DE-FB90-41C9-8EAD-AFC89220FDBB}" destId="{4547C489-3944-4E67-9E02-67CC7F0B2EFB}" srcOrd="1" destOrd="0" presId="urn:microsoft.com/office/officeart/2005/8/layout/hList1"/>
    <dgm:cxn modelId="{0F7D57CF-F988-4CFF-9A0B-11DE2C6112D4}" type="presParOf" srcId="{297032DE-FB90-41C9-8EAD-AFC89220FDBB}" destId="{906FCFEB-BBBB-4F87-9034-C4581A468348}" srcOrd="2" destOrd="0" presId="urn:microsoft.com/office/officeart/2005/8/layout/hList1"/>
    <dgm:cxn modelId="{7103D6E7-FFCA-445F-9CE5-4D7F7F11B5E2}" type="presParOf" srcId="{906FCFEB-BBBB-4F87-9034-C4581A468348}" destId="{2E8D8952-64F5-4312-BFB4-FF6B3D1805F3}" srcOrd="0" destOrd="0" presId="urn:microsoft.com/office/officeart/2005/8/layout/hList1"/>
    <dgm:cxn modelId="{0C5323D8-ED83-4E14-8649-35FCE9FA6C97}" type="presParOf" srcId="{906FCFEB-BBBB-4F87-9034-C4581A468348}" destId="{9559F763-55E4-48D6-9ED9-0E740E89EF6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F4E63B2-091C-4D1E-BFB1-185B97FD4D9B}" type="doc">
      <dgm:prSet loTypeId="urn:microsoft.com/office/officeart/2005/8/layout/process5" loCatId="process" qsTypeId="urn:microsoft.com/office/officeart/2005/8/quickstyle/simple1" qsCatId="simple" csTypeId="urn:microsoft.com/office/officeart/2005/8/colors/colorful4" csCatId="colorful" phldr="1"/>
      <dgm:spPr/>
    </dgm:pt>
    <dgm:pt modelId="{7B6343DD-12B5-48DC-8D1E-4D48010F303F}">
      <dgm:prSet phldrT="[Texto]"/>
      <dgm:spPr/>
      <dgm:t>
        <a:bodyPr/>
        <a:lstStyle/>
        <a:p>
          <a:r>
            <a:rPr lang="es-MX" b="0" i="0" u="none" dirty="0" smtClean="0"/>
            <a:t>Las gramáticas libres de contexto permiten describir la mayoría de los lenguajes de programación</a:t>
          </a:r>
          <a:endParaRPr lang="es-MX" b="0" i="0" u="none" dirty="0"/>
        </a:p>
      </dgm:t>
    </dgm:pt>
    <dgm:pt modelId="{7816A1FF-9178-4239-BAD1-7D33DB44D7FC}" type="parTrans" cxnId="{83991894-A13F-42EE-A351-DA0506523F7C}">
      <dgm:prSet/>
      <dgm:spPr/>
      <dgm:t>
        <a:bodyPr/>
        <a:lstStyle/>
        <a:p>
          <a:endParaRPr lang="es-MX"/>
        </a:p>
      </dgm:t>
    </dgm:pt>
    <dgm:pt modelId="{81C65B2F-0E0D-49AF-9F71-2A140D726A26}" type="sibTrans" cxnId="{83991894-A13F-42EE-A351-DA0506523F7C}">
      <dgm:prSet/>
      <dgm:spPr/>
      <dgm:t>
        <a:bodyPr/>
        <a:lstStyle/>
        <a:p>
          <a:endParaRPr lang="es-MX"/>
        </a:p>
      </dgm:t>
    </dgm:pt>
    <dgm:pt modelId="{AA37CFDE-3D7B-4780-B9DA-71F008B491C8}">
      <dgm:prSet phldrT="[Texto]"/>
      <dgm:spPr/>
      <dgm:t>
        <a:bodyPr/>
        <a:lstStyle/>
        <a:p>
          <a:r>
            <a:rPr lang="es-MX" b="0" i="0" u="none" dirty="0" smtClean="0"/>
            <a:t>Son muy útiles e incluso ayudan a poder desarrollar algún programa </a:t>
          </a:r>
          <a:endParaRPr lang="es-MX" b="0" i="0" u="none" dirty="0"/>
        </a:p>
      </dgm:t>
    </dgm:pt>
    <dgm:pt modelId="{B6E7CFD2-1208-4499-9F3F-7E5FC46CB3E2}" type="parTrans" cxnId="{E4689FF7-DEB8-46B9-8EE1-77965701D9B5}">
      <dgm:prSet/>
      <dgm:spPr/>
      <dgm:t>
        <a:bodyPr/>
        <a:lstStyle/>
        <a:p>
          <a:endParaRPr lang="es-MX"/>
        </a:p>
      </dgm:t>
    </dgm:pt>
    <dgm:pt modelId="{87EAC21E-69CE-4FBB-946E-B4A921B7B6BD}" type="sibTrans" cxnId="{E4689FF7-DEB8-46B9-8EE1-77965701D9B5}">
      <dgm:prSet/>
      <dgm:spPr/>
      <dgm:t>
        <a:bodyPr/>
        <a:lstStyle/>
        <a:p>
          <a:endParaRPr lang="es-MX"/>
        </a:p>
      </dgm:t>
    </dgm:pt>
    <dgm:pt modelId="{6CC7AAC0-221F-402E-B985-DB5D23EC6E1D}">
      <dgm:prSet phldrT="[Texto]"/>
      <dgm:spPr/>
      <dgm:t>
        <a:bodyPr/>
        <a:lstStyle/>
        <a:p>
          <a:r>
            <a:rPr lang="es-MX" b="0" i="0" u="none" dirty="0" smtClean="0"/>
            <a:t>Debido a su complejidad crean cierta habilidad o facilidad de razonamiento.</a:t>
          </a:r>
          <a:endParaRPr lang="es-MX" b="0" i="0" u="none" dirty="0"/>
        </a:p>
      </dgm:t>
    </dgm:pt>
    <dgm:pt modelId="{13526F14-0745-417B-9B50-18E32166E6D9}" type="parTrans" cxnId="{65568853-616F-4E5D-AEE3-A30BEDA8F6B5}">
      <dgm:prSet/>
      <dgm:spPr/>
      <dgm:t>
        <a:bodyPr/>
        <a:lstStyle/>
        <a:p>
          <a:endParaRPr lang="es-MX"/>
        </a:p>
      </dgm:t>
    </dgm:pt>
    <dgm:pt modelId="{31FE600B-A343-40F1-BF3C-9887992D9287}" type="sibTrans" cxnId="{65568853-616F-4E5D-AEE3-A30BEDA8F6B5}">
      <dgm:prSet/>
      <dgm:spPr/>
      <dgm:t>
        <a:bodyPr/>
        <a:lstStyle/>
        <a:p>
          <a:endParaRPr lang="es-MX"/>
        </a:p>
      </dgm:t>
    </dgm:pt>
    <dgm:pt modelId="{76961F0B-E23A-42C7-BD42-093BD1443148}">
      <dgm:prSet phldrT="[Texto]"/>
      <dgm:spPr/>
      <dgm:t>
        <a:bodyPr/>
        <a:lstStyle/>
        <a:p>
          <a:r>
            <a:rPr lang="es-MX" b="0" i="0" u="none" dirty="0" smtClean="0"/>
            <a:t>La mayoría de lenguajes de programación está definida mediante gramáticas libres de contexto.</a:t>
          </a:r>
          <a:endParaRPr lang="es-MX" b="0" i="0" u="none" dirty="0"/>
        </a:p>
      </dgm:t>
    </dgm:pt>
    <dgm:pt modelId="{E9E19A20-1F1D-498A-8E21-69506E11514D}" type="parTrans" cxnId="{2A765306-57E4-4E68-B4C7-CCF40DD8DA3F}">
      <dgm:prSet/>
      <dgm:spPr/>
      <dgm:t>
        <a:bodyPr/>
        <a:lstStyle/>
        <a:p>
          <a:endParaRPr lang="es-MX"/>
        </a:p>
      </dgm:t>
    </dgm:pt>
    <dgm:pt modelId="{E5FB37C1-23F0-4503-B1CA-63B0D56FC728}" type="sibTrans" cxnId="{2A765306-57E4-4E68-B4C7-CCF40DD8DA3F}">
      <dgm:prSet/>
      <dgm:spPr/>
      <dgm:t>
        <a:bodyPr/>
        <a:lstStyle/>
        <a:p>
          <a:endParaRPr lang="es-MX"/>
        </a:p>
      </dgm:t>
    </dgm:pt>
    <dgm:pt modelId="{CFD0320C-22EA-485E-A5AC-C35CBAC0B742}">
      <dgm:prSet phldrT="[Texto]"/>
      <dgm:spPr/>
      <dgm:t>
        <a:bodyPr/>
        <a:lstStyle/>
        <a:p>
          <a:r>
            <a:rPr lang="es-MX" b="0" i="0" u="none" dirty="0" smtClean="0"/>
            <a:t>Son suficientemente simples como para permitir el diseño de eficientes algoritmos de análisis sintáctico </a:t>
          </a:r>
          <a:endParaRPr lang="es-MX" b="0" i="0" u="none" dirty="0"/>
        </a:p>
      </dgm:t>
    </dgm:pt>
    <dgm:pt modelId="{AA45996C-B3AD-4D0F-AD77-CD354835D7DD}" type="parTrans" cxnId="{D6563F94-38FB-4152-9DEE-6BB52089C717}">
      <dgm:prSet/>
      <dgm:spPr/>
      <dgm:t>
        <a:bodyPr/>
        <a:lstStyle/>
        <a:p>
          <a:endParaRPr lang="es-MX"/>
        </a:p>
      </dgm:t>
    </dgm:pt>
    <dgm:pt modelId="{D75B8847-8263-445F-AE7A-1E65F5B2AEC1}" type="sibTrans" cxnId="{D6563F94-38FB-4152-9DEE-6BB52089C717}">
      <dgm:prSet/>
      <dgm:spPr/>
      <dgm:t>
        <a:bodyPr/>
        <a:lstStyle/>
        <a:p>
          <a:endParaRPr lang="es-MX"/>
        </a:p>
      </dgm:t>
    </dgm:pt>
    <dgm:pt modelId="{F27EDE0F-EB57-4D38-807C-A9A88A792838}" type="pres">
      <dgm:prSet presAssocID="{FF4E63B2-091C-4D1E-BFB1-185B97FD4D9B}" presName="diagram" presStyleCnt="0">
        <dgm:presLayoutVars>
          <dgm:dir/>
          <dgm:resizeHandles val="exact"/>
        </dgm:presLayoutVars>
      </dgm:prSet>
      <dgm:spPr/>
    </dgm:pt>
    <dgm:pt modelId="{3C74FC0A-93C6-471B-ADF3-5F11CDE65BF5}" type="pres">
      <dgm:prSet presAssocID="{7B6343DD-12B5-48DC-8D1E-4D48010F303F}" presName="node" presStyleLbl="node1" presStyleIdx="0" presStyleCnt="5">
        <dgm:presLayoutVars>
          <dgm:bulletEnabled val="1"/>
        </dgm:presLayoutVars>
      </dgm:prSet>
      <dgm:spPr/>
      <dgm:t>
        <a:bodyPr/>
        <a:lstStyle/>
        <a:p>
          <a:endParaRPr lang="es-MX"/>
        </a:p>
      </dgm:t>
    </dgm:pt>
    <dgm:pt modelId="{61B6F0DE-AF61-471D-BBFC-5D1F53D5C872}" type="pres">
      <dgm:prSet presAssocID="{81C65B2F-0E0D-49AF-9F71-2A140D726A26}" presName="sibTrans" presStyleLbl="sibTrans2D1" presStyleIdx="0" presStyleCnt="4"/>
      <dgm:spPr/>
      <dgm:t>
        <a:bodyPr/>
        <a:lstStyle/>
        <a:p>
          <a:endParaRPr lang="es-MX"/>
        </a:p>
      </dgm:t>
    </dgm:pt>
    <dgm:pt modelId="{1D1E4FF3-56C5-4CD0-9E1C-D573DC63E7D1}" type="pres">
      <dgm:prSet presAssocID="{81C65B2F-0E0D-49AF-9F71-2A140D726A26}" presName="connectorText" presStyleLbl="sibTrans2D1" presStyleIdx="0" presStyleCnt="4"/>
      <dgm:spPr/>
      <dgm:t>
        <a:bodyPr/>
        <a:lstStyle/>
        <a:p>
          <a:endParaRPr lang="es-MX"/>
        </a:p>
      </dgm:t>
    </dgm:pt>
    <dgm:pt modelId="{BC62B001-26E9-4545-8B34-998703A4441D}" type="pres">
      <dgm:prSet presAssocID="{AA37CFDE-3D7B-4780-B9DA-71F008B491C8}" presName="node" presStyleLbl="node1" presStyleIdx="1" presStyleCnt="5">
        <dgm:presLayoutVars>
          <dgm:bulletEnabled val="1"/>
        </dgm:presLayoutVars>
      </dgm:prSet>
      <dgm:spPr/>
      <dgm:t>
        <a:bodyPr/>
        <a:lstStyle/>
        <a:p>
          <a:endParaRPr lang="es-MX"/>
        </a:p>
      </dgm:t>
    </dgm:pt>
    <dgm:pt modelId="{A39C6108-16D4-4448-840A-119EFE5B7561}" type="pres">
      <dgm:prSet presAssocID="{87EAC21E-69CE-4FBB-946E-B4A921B7B6BD}" presName="sibTrans" presStyleLbl="sibTrans2D1" presStyleIdx="1" presStyleCnt="4"/>
      <dgm:spPr/>
      <dgm:t>
        <a:bodyPr/>
        <a:lstStyle/>
        <a:p>
          <a:endParaRPr lang="es-MX"/>
        </a:p>
      </dgm:t>
    </dgm:pt>
    <dgm:pt modelId="{08FF6912-6FDB-4287-B023-974CC82E0300}" type="pres">
      <dgm:prSet presAssocID="{87EAC21E-69CE-4FBB-946E-B4A921B7B6BD}" presName="connectorText" presStyleLbl="sibTrans2D1" presStyleIdx="1" presStyleCnt="4"/>
      <dgm:spPr/>
      <dgm:t>
        <a:bodyPr/>
        <a:lstStyle/>
        <a:p>
          <a:endParaRPr lang="es-MX"/>
        </a:p>
      </dgm:t>
    </dgm:pt>
    <dgm:pt modelId="{26E60E9D-4E9B-472E-80AC-CABF9B97B930}" type="pres">
      <dgm:prSet presAssocID="{6CC7AAC0-221F-402E-B985-DB5D23EC6E1D}" presName="node" presStyleLbl="node1" presStyleIdx="2" presStyleCnt="5">
        <dgm:presLayoutVars>
          <dgm:bulletEnabled val="1"/>
        </dgm:presLayoutVars>
      </dgm:prSet>
      <dgm:spPr/>
      <dgm:t>
        <a:bodyPr/>
        <a:lstStyle/>
        <a:p>
          <a:endParaRPr lang="es-MX"/>
        </a:p>
      </dgm:t>
    </dgm:pt>
    <dgm:pt modelId="{3FE0597E-43F7-4833-8447-43B58BDDEFC4}" type="pres">
      <dgm:prSet presAssocID="{31FE600B-A343-40F1-BF3C-9887992D9287}" presName="sibTrans" presStyleLbl="sibTrans2D1" presStyleIdx="2" presStyleCnt="4"/>
      <dgm:spPr/>
      <dgm:t>
        <a:bodyPr/>
        <a:lstStyle/>
        <a:p>
          <a:endParaRPr lang="es-MX"/>
        </a:p>
      </dgm:t>
    </dgm:pt>
    <dgm:pt modelId="{C32CD978-7E1D-402F-A755-EED4AA1FB010}" type="pres">
      <dgm:prSet presAssocID="{31FE600B-A343-40F1-BF3C-9887992D9287}" presName="connectorText" presStyleLbl="sibTrans2D1" presStyleIdx="2" presStyleCnt="4"/>
      <dgm:spPr/>
      <dgm:t>
        <a:bodyPr/>
        <a:lstStyle/>
        <a:p>
          <a:endParaRPr lang="es-MX"/>
        </a:p>
      </dgm:t>
    </dgm:pt>
    <dgm:pt modelId="{6963D080-FA7E-43DF-82D2-5577F6DD51AE}" type="pres">
      <dgm:prSet presAssocID="{76961F0B-E23A-42C7-BD42-093BD1443148}" presName="node" presStyleLbl="node1" presStyleIdx="3" presStyleCnt="5">
        <dgm:presLayoutVars>
          <dgm:bulletEnabled val="1"/>
        </dgm:presLayoutVars>
      </dgm:prSet>
      <dgm:spPr/>
      <dgm:t>
        <a:bodyPr/>
        <a:lstStyle/>
        <a:p>
          <a:endParaRPr lang="es-MX"/>
        </a:p>
      </dgm:t>
    </dgm:pt>
    <dgm:pt modelId="{D46186C4-212B-4938-8238-E9C2B089621D}" type="pres">
      <dgm:prSet presAssocID="{E5FB37C1-23F0-4503-B1CA-63B0D56FC728}" presName="sibTrans" presStyleLbl="sibTrans2D1" presStyleIdx="3" presStyleCnt="4"/>
      <dgm:spPr/>
      <dgm:t>
        <a:bodyPr/>
        <a:lstStyle/>
        <a:p>
          <a:endParaRPr lang="es-MX"/>
        </a:p>
      </dgm:t>
    </dgm:pt>
    <dgm:pt modelId="{4A739E44-2B40-4F0C-BAF4-548CACDE94E0}" type="pres">
      <dgm:prSet presAssocID="{E5FB37C1-23F0-4503-B1CA-63B0D56FC728}" presName="connectorText" presStyleLbl="sibTrans2D1" presStyleIdx="3" presStyleCnt="4"/>
      <dgm:spPr/>
      <dgm:t>
        <a:bodyPr/>
        <a:lstStyle/>
        <a:p>
          <a:endParaRPr lang="es-MX"/>
        </a:p>
      </dgm:t>
    </dgm:pt>
    <dgm:pt modelId="{5BE5D179-0673-4331-98F1-F6D98FF6E794}" type="pres">
      <dgm:prSet presAssocID="{CFD0320C-22EA-485E-A5AC-C35CBAC0B742}" presName="node" presStyleLbl="node1" presStyleIdx="4" presStyleCnt="5">
        <dgm:presLayoutVars>
          <dgm:bulletEnabled val="1"/>
        </dgm:presLayoutVars>
      </dgm:prSet>
      <dgm:spPr/>
      <dgm:t>
        <a:bodyPr/>
        <a:lstStyle/>
        <a:p>
          <a:endParaRPr lang="es-MX"/>
        </a:p>
      </dgm:t>
    </dgm:pt>
  </dgm:ptLst>
  <dgm:cxnLst>
    <dgm:cxn modelId="{21CB6500-8C3C-42AC-A2CF-CFD5926E067E}" type="presOf" srcId="{E5FB37C1-23F0-4503-B1CA-63B0D56FC728}" destId="{4A739E44-2B40-4F0C-BAF4-548CACDE94E0}" srcOrd="1" destOrd="0" presId="urn:microsoft.com/office/officeart/2005/8/layout/process5"/>
    <dgm:cxn modelId="{0EDC6450-A37D-46FE-A318-BD95762DAAEE}" type="presOf" srcId="{E5FB37C1-23F0-4503-B1CA-63B0D56FC728}" destId="{D46186C4-212B-4938-8238-E9C2B089621D}" srcOrd="0" destOrd="0" presId="urn:microsoft.com/office/officeart/2005/8/layout/process5"/>
    <dgm:cxn modelId="{83991894-A13F-42EE-A351-DA0506523F7C}" srcId="{FF4E63B2-091C-4D1E-BFB1-185B97FD4D9B}" destId="{7B6343DD-12B5-48DC-8D1E-4D48010F303F}" srcOrd="0" destOrd="0" parTransId="{7816A1FF-9178-4239-BAD1-7D33DB44D7FC}" sibTransId="{81C65B2F-0E0D-49AF-9F71-2A140D726A26}"/>
    <dgm:cxn modelId="{A3CF4418-7A49-4E8C-A92E-B7C9C60F947E}" type="presOf" srcId="{7B6343DD-12B5-48DC-8D1E-4D48010F303F}" destId="{3C74FC0A-93C6-471B-ADF3-5F11CDE65BF5}" srcOrd="0" destOrd="0" presId="urn:microsoft.com/office/officeart/2005/8/layout/process5"/>
    <dgm:cxn modelId="{F145E7C3-76F9-4624-BB69-911BE48BE6C8}" type="presOf" srcId="{CFD0320C-22EA-485E-A5AC-C35CBAC0B742}" destId="{5BE5D179-0673-4331-98F1-F6D98FF6E794}" srcOrd="0" destOrd="0" presId="urn:microsoft.com/office/officeart/2005/8/layout/process5"/>
    <dgm:cxn modelId="{48609C86-7D5D-4E1C-B34C-D8F03273BBD5}" type="presOf" srcId="{FF4E63B2-091C-4D1E-BFB1-185B97FD4D9B}" destId="{F27EDE0F-EB57-4D38-807C-A9A88A792838}" srcOrd="0" destOrd="0" presId="urn:microsoft.com/office/officeart/2005/8/layout/process5"/>
    <dgm:cxn modelId="{690BD19D-B492-4DD6-AC07-8160991C9A4E}" type="presOf" srcId="{87EAC21E-69CE-4FBB-946E-B4A921B7B6BD}" destId="{A39C6108-16D4-4448-840A-119EFE5B7561}" srcOrd="0" destOrd="0" presId="urn:microsoft.com/office/officeart/2005/8/layout/process5"/>
    <dgm:cxn modelId="{2A765306-57E4-4E68-B4C7-CCF40DD8DA3F}" srcId="{FF4E63B2-091C-4D1E-BFB1-185B97FD4D9B}" destId="{76961F0B-E23A-42C7-BD42-093BD1443148}" srcOrd="3" destOrd="0" parTransId="{E9E19A20-1F1D-498A-8E21-69506E11514D}" sibTransId="{E5FB37C1-23F0-4503-B1CA-63B0D56FC728}"/>
    <dgm:cxn modelId="{07169A50-E745-43DB-9B0C-47F44152841E}" type="presOf" srcId="{31FE600B-A343-40F1-BF3C-9887992D9287}" destId="{3FE0597E-43F7-4833-8447-43B58BDDEFC4}" srcOrd="0" destOrd="0" presId="urn:microsoft.com/office/officeart/2005/8/layout/process5"/>
    <dgm:cxn modelId="{43F9E05E-DC5F-4E09-94D3-8CD228BFFC0E}" type="presOf" srcId="{AA37CFDE-3D7B-4780-B9DA-71F008B491C8}" destId="{BC62B001-26E9-4545-8B34-998703A4441D}" srcOrd="0" destOrd="0" presId="urn:microsoft.com/office/officeart/2005/8/layout/process5"/>
    <dgm:cxn modelId="{FDAFED0D-1C4F-4966-A71C-A17184CFBA1E}" type="presOf" srcId="{87EAC21E-69CE-4FBB-946E-B4A921B7B6BD}" destId="{08FF6912-6FDB-4287-B023-974CC82E0300}" srcOrd="1" destOrd="0" presId="urn:microsoft.com/office/officeart/2005/8/layout/process5"/>
    <dgm:cxn modelId="{202DE57E-63C4-486F-8E1A-903679292277}" type="presOf" srcId="{31FE600B-A343-40F1-BF3C-9887992D9287}" destId="{C32CD978-7E1D-402F-A755-EED4AA1FB010}" srcOrd="1" destOrd="0" presId="urn:microsoft.com/office/officeart/2005/8/layout/process5"/>
    <dgm:cxn modelId="{D3A633F7-0024-486E-9845-90DF12493FA1}" type="presOf" srcId="{81C65B2F-0E0D-49AF-9F71-2A140D726A26}" destId="{1D1E4FF3-56C5-4CD0-9E1C-D573DC63E7D1}" srcOrd="1" destOrd="0" presId="urn:microsoft.com/office/officeart/2005/8/layout/process5"/>
    <dgm:cxn modelId="{E4689FF7-DEB8-46B9-8EE1-77965701D9B5}" srcId="{FF4E63B2-091C-4D1E-BFB1-185B97FD4D9B}" destId="{AA37CFDE-3D7B-4780-B9DA-71F008B491C8}" srcOrd="1" destOrd="0" parTransId="{B6E7CFD2-1208-4499-9F3F-7E5FC46CB3E2}" sibTransId="{87EAC21E-69CE-4FBB-946E-B4A921B7B6BD}"/>
    <dgm:cxn modelId="{D6563F94-38FB-4152-9DEE-6BB52089C717}" srcId="{FF4E63B2-091C-4D1E-BFB1-185B97FD4D9B}" destId="{CFD0320C-22EA-485E-A5AC-C35CBAC0B742}" srcOrd="4" destOrd="0" parTransId="{AA45996C-B3AD-4D0F-AD77-CD354835D7DD}" sibTransId="{D75B8847-8263-445F-AE7A-1E65F5B2AEC1}"/>
    <dgm:cxn modelId="{7FF6518D-A931-4254-984F-1E7FE638236B}" type="presOf" srcId="{81C65B2F-0E0D-49AF-9F71-2A140D726A26}" destId="{61B6F0DE-AF61-471D-BBFC-5D1F53D5C872}" srcOrd="0" destOrd="0" presId="urn:microsoft.com/office/officeart/2005/8/layout/process5"/>
    <dgm:cxn modelId="{CD9B6F72-5977-4D77-BEB5-D41AF5CA6528}" type="presOf" srcId="{6CC7AAC0-221F-402E-B985-DB5D23EC6E1D}" destId="{26E60E9D-4E9B-472E-80AC-CABF9B97B930}" srcOrd="0" destOrd="0" presId="urn:microsoft.com/office/officeart/2005/8/layout/process5"/>
    <dgm:cxn modelId="{65568853-616F-4E5D-AEE3-A30BEDA8F6B5}" srcId="{FF4E63B2-091C-4D1E-BFB1-185B97FD4D9B}" destId="{6CC7AAC0-221F-402E-B985-DB5D23EC6E1D}" srcOrd="2" destOrd="0" parTransId="{13526F14-0745-417B-9B50-18E32166E6D9}" sibTransId="{31FE600B-A343-40F1-BF3C-9887992D9287}"/>
    <dgm:cxn modelId="{4F6CCF04-3139-4617-B85E-C23E770DFF61}" type="presOf" srcId="{76961F0B-E23A-42C7-BD42-093BD1443148}" destId="{6963D080-FA7E-43DF-82D2-5577F6DD51AE}" srcOrd="0" destOrd="0" presId="urn:microsoft.com/office/officeart/2005/8/layout/process5"/>
    <dgm:cxn modelId="{DDB73E36-D74E-468F-AA32-E2BAC015F929}" type="presParOf" srcId="{F27EDE0F-EB57-4D38-807C-A9A88A792838}" destId="{3C74FC0A-93C6-471B-ADF3-5F11CDE65BF5}" srcOrd="0" destOrd="0" presId="urn:microsoft.com/office/officeart/2005/8/layout/process5"/>
    <dgm:cxn modelId="{5775CD96-63FC-43AA-86CF-07020C6695E1}" type="presParOf" srcId="{F27EDE0F-EB57-4D38-807C-A9A88A792838}" destId="{61B6F0DE-AF61-471D-BBFC-5D1F53D5C872}" srcOrd="1" destOrd="0" presId="urn:microsoft.com/office/officeart/2005/8/layout/process5"/>
    <dgm:cxn modelId="{4E3027FB-DF88-41E2-9E0F-5B8A2EE697DE}" type="presParOf" srcId="{61B6F0DE-AF61-471D-BBFC-5D1F53D5C872}" destId="{1D1E4FF3-56C5-4CD0-9E1C-D573DC63E7D1}" srcOrd="0" destOrd="0" presId="urn:microsoft.com/office/officeart/2005/8/layout/process5"/>
    <dgm:cxn modelId="{74957F27-4DC6-4526-9C46-FFD9D7EE7736}" type="presParOf" srcId="{F27EDE0F-EB57-4D38-807C-A9A88A792838}" destId="{BC62B001-26E9-4545-8B34-998703A4441D}" srcOrd="2" destOrd="0" presId="urn:microsoft.com/office/officeart/2005/8/layout/process5"/>
    <dgm:cxn modelId="{7E22882F-1358-435D-A568-C7355677DE56}" type="presParOf" srcId="{F27EDE0F-EB57-4D38-807C-A9A88A792838}" destId="{A39C6108-16D4-4448-840A-119EFE5B7561}" srcOrd="3" destOrd="0" presId="urn:microsoft.com/office/officeart/2005/8/layout/process5"/>
    <dgm:cxn modelId="{DD99C099-E2FB-4ECB-A575-946F4F0B2909}" type="presParOf" srcId="{A39C6108-16D4-4448-840A-119EFE5B7561}" destId="{08FF6912-6FDB-4287-B023-974CC82E0300}" srcOrd="0" destOrd="0" presId="urn:microsoft.com/office/officeart/2005/8/layout/process5"/>
    <dgm:cxn modelId="{6A71E7B2-666B-4C73-AAFE-503FA81BE323}" type="presParOf" srcId="{F27EDE0F-EB57-4D38-807C-A9A88A792838}" destId="{26E60E9D-4E9B-472E-80AC-CABF9B97B930}" srcOrd="4" destOrd="0" presId="urn:microsoft.com/office/officeart/2005/8/layout/process5"/>
    <dgm:cxn modelId="{4975B8D2-88D2-4CEC-B5ED-6A88873540AD}" type="presParOf" srcId="{F27EDE0F-EB57-4D38-807C-A9A88A792838}" destId="{3FE0597E-43F7-4833-8447-43B58BDDEFC4}" srcOrd="5" destOrd="0" presId="urn:microsoft.com/office/officeart/2005/8/layout/process5"/>
    <dgm:cxn modelId="{03693926-9B68-4550-9938-5DBE242D31D1}" type="presParOf" srcId="{3FE0597E-43F7-4833-8447-43B58BDDEFC4}" destId="{C32CD978-7E1D-402F-A755-EED4AA1FB010}" srcOrd="0" destOrd="0" presId="urn:microsoft.com/office/officeart/2005/8/layout/process5"/>
    <dgm:cxn modelId="{9EE883C7-0BFA-44A2-BCB5-5CA387F472AE}" type="presParOf" srcId="{F27EDE0F-EB57-4D38-807C-A9A88A792838}" destId="{6963D080-FA7E-43DF-82D2-5577F6DD51AE}" srcOrd="6" destOrd="0" presId="urn:microsoft.com/office/officeart/2005/8/layout/process5"/>
    <dgm:cxn modelId="{AE01B07E-39FE-410C-9FF5-8E608F2D25CF}" type="presParOf" srcId="{F27EDE0F-EB57-4D38-807C-A9A88A792838}" destId="{D46186C4-212B-4938-8238-E9C2B089621D}" srcOrd="7" destOrd="0" presId="urn:microsoft.com/office/officeart/2005/8/layout/process5"/>
    <dgm:cxn modelId="{7D3CE04D-DE43-4909-B064-8BF69C2226F7}" type="presParOf" srcId="{D46186C4-212B-4938-8238-E9C2B089621D}" destId="{4A739E44-2B40-4F0C-BAF4-548CACDE94E0}" srcOrd="0" destOrd="0" presId="urn:microsoft.com/office/officeart/2005/8/layout/process5"/>
    <dgm:cxn modelId="{C15C05AD-8EB0-4964-B617-37FFFE8D42AD}" type="presParOf" srcId="{F27EDE0F-EB57-4D38-807C-A9A88A792838}" destId="{5BE5D179-0673-4331-98F1-F6D98FF6E794}" srcOrd="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ABF403-FA3B-45FC-A1D4-E96F2AAE899C}">
      <dsp:nvSpPr>
        <dsp:cNvPr id="0" name=""/>
        <dsp:cNvSpPr/>
      </dsp:nvSpPr>
      <dsp:spPr>
        <a:xfrm rot="16200000">
          <a:off x="571500" y="-571500"/>
          <a:ext cx="3429000" cy="4572000"/>
        </a:xfrm>
        <a:prstGeom prst="round1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s-MX" sz="2200" b="1" kern="1200" dirty="0" smtClean="0">
              <a:solidFill>
                <a:schemeClr val="bg1"/>
              </a:solidFill>
            </a:rPr>
            <a:t>N. Chomsky estudio gramáticas relacionadas con los autómatas abstractos </a:t>
          </a:r>
          <a:endParaRPr lang="es-MX" sz="2200" b="1" kern="1200" dirty="0">
            <a:solidFill>
              <a:schemeClr val="bg1"/>
            </a:solidFill>
          </a:endParaRPr>
        </a:p>
      </dsp:txBody>
      <dsp:txXfrm rot="5400000">
        <a:off x="-1" y="1"/>
        <a:ext cx="4572000" cy="2571750"/>
      </dsp:txXfrm>
    </dsp:sp>
    <dsp:sp modelId="{4D5B053C-F905-487A-A4F6-D4E2024CF749}">
      <dsp:nvSpPr>
        <dsp:cNvPr id="0" name=""/>
        <dsp:cNvSpPr/>
      </dsp:nvSpPr>
      <dsp:spPr>
        <a:xfrm>
          <a:off x="4572000" y="0"/>
          <a:ext cx="4572000" cy="3429000"/>
        </a:xfrm>
        <a:prstGeom prst="round1Rect">
          <a:avLst/>
        </a:prstGeom>
        <a:solidFill>
          <a:schemeClr val="accent4">
            <a:hueOff val="3470783"/>
            <a:satOff val="-19734"/>
            <a:lumOff val="634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s-MX" sz="2200" b="1" kern="1200" dirty="0" smtClean="0">
              <a:solidFill>
                <a:schemeClr val="bg1"/>
              </a:solidFill>
            </a:rPr>
            <a:t>Sirven como base de algunos componentes de software como son los compiladores.</a:t>
          </a:r>
          <a:endParaRPr lang="es-MX" sz="2200" b="1" kern="1200" dirty="0">
            <a:solidFill>
              <a:schemeClr val="bg1"/>
            </a:solidFill>
          </a:endParaRPr>
        </a:p>
      </dsp:txBody>
      <dsp:txXfrm>
        <a:off x="4572000" y="0"/>
        <a:ext cx="4572000" cy="2571750"/>
      </dsp:txXfrm>
    </dsp:sp>
    <dsp:sp modelId="{92C078B8-EA94-4B7A-9AF4-61662F1B5408}">
      <dsp:nvSpPr>
        <dsp:cNvPr id="0" name=""/>
        <dsp:cNvSpPr/>
      </dsp:nvSpPr>
      <dsp:spPr>
        <a:xfrm rot="10800000">
          <a:off x="0" y="3429000"/>
          <a:ext cx="4572000" cy="3429000"/>
        </a:xfrm>
        <a:prstGeom prst="round1Rect">
          <a:avLst/>
        </a:prstGeom>
        <a:solidFill>
          <a:schemeClr val="accent4">
            <a:hueOff val="6941566"/>
            <a:satOff val="-39468"/>
            <a:lumOff val="1268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s-MX" sz="2200" b="1" kern="1200" dirty="0" smtClean="0">
              <a:solidFill>
                <a:schemeClr val="bg1"/>
              </a:solidFill>
            </a:rPr>
            <a:t>Son un método recursivo sencillo de especificación de reglas gramaticales con las que se pueden generar cadenas de un lenguaje.</a:t>
          </a:r>
          <a:endParaRPr lang="es-MX" sz="2200" b="1" kern="1200" dirty="0">
            <a:solidFill>
              <a:schemeClr val="bg1"/>
            </a:solidFill>
          </a:endParaRPr>
        </a:p>
      </dsp:txBody>
      <dsp:txXfrm rot="10800000">
        <a:off x="0" y="4286249"/>
        <a:ext cx="4572000" cy="2571750"/>
      </dsp:txXfrm>
    </dsp:sp>
    <dsp:sp modelId="{32B33AAE-1B80-4BFF-BD3B-FF769284D6B3}">
      <dsp:nvSpPr>
        <dsp:cNvPr id="0" name=""/>
        <dsp:cNvSpPr/>
      </dsp:nvSpPr>
      <dsp:spPr>
        <a:xfrm rot="5400000">
          <a:off x="5143500" y="2857500"/>
          <a:ext cx="3429000" cy="4572000"/>
        </a:xfrm>
        <a:prstGeom prst="round1Rect">
          <a:avLst/>
        </a:prstGeom>
        <a:solidFill>
          <a:schemeClr val="accent4">
            <a:hueOff val="10412348"/>
            <a:satOff val="-59202"/>
            <a:lumOff val="1902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s-MX" sz="2200" b="1" kern="1200" dirty="0" smtClean="0">
              <a:solidFill>
                <a:schemeClr val="bg1"/>
              </a:solidFill>
            </a:rPr>
            <a:t>Permiten que la sintaxis tenga variedad y refinamientos mayores que los realizados con los lenguajes regulares</a:t>
          </a:r>
          <a:endParaRPr lang="es-MX" sz="2200" b="1" kern="1200" dirty="0">
            <a:solidFill>
              <a:schemeClr val="bg1"/>
            </a:solidFill>
          </a:endParaRPr>
        </a:p>
      </dsp:txBody>
      <dsp:txXfrm rot="-5400000">
        <a:off x="4572000" y="4286250"/>
        <a:ext cx="4572000" cy="2571750"/>
      </dsp:txXfrm>
    </dsp:sp>
    <dsp:sp modelId="{8D143F59-93A4-4DB8-AEBA-45C1DD241DB5}">
      <dsp:nvSpPr>
        <dsp:cNvPr id="0" name=""/>
        <dsp:cNvSpPr/>
      </dsp:nvSpPr>
      <dsp:spPr>
        <a:xfrm>
          <a:off x="3419869" y="2276873"/>
          <a:ext cx="2304260" cy="2304253"/>
        </a:xfrm>
        <a:prstGeom prst="roundRect">
          <a:avLst/>
        </a:prstGeom>
        <a:blipFill rotWithShape="0">
          <a:blip xmlns:r="http://schemas.openxmlformats.org/officeDocument/2006/relationships" r:embed="rId1"/>
          <a:stretch>
            <a:fillRect/>
          </a:stretch>
        </a:blip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s-MX" sz="2200" b="1" kern="1200" dirty="0" smtClean="0">
              <a:solidFill>
                <a:schemeClr val="bg1"/>
              </a:solidFill>
            </a:rPr>
            <a:t>Introducción</a:t>
          </a:r>
          <a:endParaRPr lang="es-MX" sz="2200" b="1" kern="1200" dirty="0">
            <a:solidFill>
              <a:schemeClr val="bg1"/>
            </a:solidFill>
          </a:endParaRPr>
        </a:p>
      </dsp:txBody>
      <dsp:txXfrm>
        <a:off x="3532353" y="2389357"/>
        <a:ext cx="2079292" cy="20792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E471B5-3A88-43BD-AA01-0676F6C7F96A}">
      <dsp:nvSpPr>
        <dsp:cNvPr id="0" name=""/>
        <dsp:cNvSpPr/>
      </dsp:nvSpPr>
      <dsp:spPr>
        <a:xfrm>
          <a:off x="612067" y="0"/>
          <a:ext cx="3888432" cy="3888432"/>
        </a:xfrm>
        <a:prstGeom prst="ellipse">
          <a:avLst/>
        </a:prstGeom>
        <a:gradFill rotWithShape="0">
          <a:gsLst>
            <a:gs pos="0">
              <a:srgbClr val="4BACC6">
                <a:hueOff val="0"/>
                <a:satOff val="0"/>
                <a:lumOff val="0"/>
                <a:alphaOff val="0"/>
                <a:shade val="51000"/>
                <a:satMod val="130000"/>
              </a:srgbClr>
            </a:gs>
            <a:gs pos="80000">
              <a:srgbClr val="4BACC6">
                <a:hueOff val="0"/>
                <a:satOff val="0"/>
                <a:lumOff val="0"/>
                <a:alphaOff val="0"/>
                <a:shade val="93000"/>
                <a:satMod val="130000"/>
              </a:srgbClr>
            </a:gs>
            <a:gs pos="100000">
              <a:srgbClr val="4BACC6">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s-MX" sz="1200" b="1" kern="1200" dirty="0">
              <a:solidFill>
                <a:sysClr val="windowText" lastClr="000000"/>
              </a:solidFill>
              <a:latin typeface="Calibri"/>
              <a:ea typeface="+mn-ea"/>
              <a:cs typeface="+mn-cs"/>
            </a:rPr>
            <a:t>TIPO 0</a:t>
          </a:r>
        </a:p>
      </dsp:txBody>
      <dsp:txXfrm>
        <a:off x="2171898" y="279838"/>
        <a:ext cx="768771" cy="412430"/>
      </dsp:txXfrm>
    </dsp:sp>
    <dsp:sp modelId="{124C4388-2DEF-440A-9D0C-010435020F4F}">
      <dsp:nvSpPr>
        <dsp:cNvPr id="0" name=""/>
        <dsp:cNvSpPr/>
      </dsp:nvSpPr>
      <dsp:spPr>
        <a:xfrm>
          <a:off x="1000911" y="777686"/>
          <a:ext cx="3110745" cy="3110745"/>
        </a:xfrm>
        <a:prstGeom prst="ellipse">
          <a:avLst/>
        </a:prstGeom>
        <a:gradFill rotWithShape="0">
          <a:gsLst>
            <a:gs pos="0">
              <a:srgbClr val="4BACC6">
                <a:hueOff val="-3311292"/>
                <a:satOff val="13270"/>
                <a:lumOff val="2876"/>
                <a:alphaOff val="0"/>
                <a:shade val="51000"/>
                <a:satMod val="130000"/>
              </a:srgbClr>
            </a:gs>
            <a:gs pos="80000">
              <a:srgbClr val="4BACC6">
                <a:hueOff val="-3311292"/>
                <a:satOff val="13270"/>
                <a:lumOff val="2876"/>
                <a:alphaOff val="0"/>
                <a:shade val="93000"/>
                <a:satMod val="130000"/>
              </a:srgbClr>
            </a:gs>
            <a:gs pos="100000">
              <a:srgbClr val="4BACC6">
                <a:hueOff val="-3311292"/>
                <a:satOff val="13270"/>
                <a:lumOff val="2876"/>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s-MX" sz="1200" b="1" kern="1200" dirty="0">
              <a:solidFill>
                <a:sysClr val="windowText" lastClr="000000"/>
              </a:solidFill>
              <a:latin typeface="Calibri"/>
              <a:ea typeface="+mn-ea"/>
              <a:cs typeface="+mn-cs"/>
            </a:rPr>
            <a:t>TIPO 1</a:t>
          </a:r>
        </a:p>
      </dsp:txBody>
      <dsp:txXfrm>
        <a:off x="2171898" y="1046331"/>
        <a:ext cx="768771" cy="395934"/>
      </dsp:txXfrm>
    </dsp:sp>
    <dsp:sp modelId="{38A1ED3B-8F68-4546-BE32-4EEDEF1D9EEA}">
      <dsp:nvSpPr>
        <dsp:cNvPr id="0" name=""/>
        <dsp:cNvSpPr/>
      </dsp:nvSpPr>
      <dsp:spPr>
        <a:xfrm>
          <a:off x="1389754" y="1555372"/>
          <a:ext cx="2333059" cy="2333059"/>
        </a:xfrm>
        <a:prstGeom prst="ellipse">
          <a:avLst/>
        </a:prstGeom>
        <a:gradFill rotWithShape="0">
          <a:gsLst>
            <a:gs pos="0">
              <a:srgbClr val="4BACC6">
                <a:hueOff val="-6622584"/>
                <a:satOff val="26541"/>
                <a:lumOff val="5752"/>
                <a:alphaOff val="0"/>
                <a:shade val="51000"/>
                <a:satMod val="130000"/>
              </a:srgbClr>
            </a:gs>
            <a:gs pos="80000">
              <a:srgbClr val="4BACC6">
                <a:hueOff val="-6622584"/>
                <a:satOff val="26541"/>
                <a:lumOff val="5752"/>
                <a:alphaOff val="0"/>
                <a:shade val="93000"/>
                <a:satMod val="130000"/>
              </a:srgbClr>
            </a:gs>
            <a:gs pos="100000">
              <a:srgbClr val="4BACC6">
                <a:hueOff val="-6622584"/>
                <a:satOff val="26541"/>
                <a:lumOff val="5752"/>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s-MX" sz="1200" b="1" kern="1200" dirty="0">
              <a:solidFill>
                <a:sysClr val="windowText" lastClr="000000"/>
              </a:solidFill>
              <a:latin typeface="Calibri"/>
              <a:ea typeface="+mn-ea"/>
              <a:cs typeface="+mn-cs"/>
            </a:rPr>
            <a:t>TIPO 2</a:t>
          </a:r>
        </a:p>
      </dsp:txBody>
      <dsp:txXfrm>
        <a:off x="2171898" y="1807227"/>
        <a:ext cx="768771" cy="371188"/>
      </dsp:txXfrm>
    </dsp:sp>
    <dsp:sp modelId="{7A09AF94-9CB8-49FF-9207-226DFC8330D4}">
      <dsp:nvSpPr>
        <dsp:cNvPr id="0" name=""/>
        <dsp:cNvSpPr/>
      </dsp:nvSpPr>
      <dsp:spPr>
        <a:xfrm>
          <a:off x="1778597" y="2333059"/>
          <a:ext cx="1555372" cy="1555372"/>
        </a:xfrm>
        <a:prstGeom prst="ellipse">
          <a:avLst/>
        </a:prstGeom>
        <a:gradFill rotWithShape="0">
          <a:gsLst>
            <a:gs pos="0">
              <a:srgbClr val="4BACC6">
                <a:hueOff val="-9933876"/>
                <a:satOff val="39811"/>
                <a:lumOff val="8628"/>
                <a:alphaOff val="0"/>
                <a:shade val="51000"/>
                <a:satMod val="130000"/>
              </a:srgbClr>
            </a:gs>
            <a:gs pos="80000">
              <a:srgbClr val="4BACC6">
                <a:hueOff val="-9933876"/>
                <a:satOff val="39811"/>
                <a:lumOff val="8628"/>
                <a:alphaOff val="0"/>
                <a:shade val="93000"/>
                <a:satMod val="130000"/>
              </a:srgbClr>
            </a:gs>
            <a:gs pos="100000">
              <a:srgbClr val="4BACC6">
                <a:hueOff val="-9933876"/>
                <a:satOff val="39811"/>
                <a:lumOff val="8628"/>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s-MX" sz="1200" b="1" kern="1200" dirty="0">
              <a:solidFill>
                <a:sysClr val="windowText" lastClr="000000"/>
              </a:solidFill>
              <a:latin typeface="Calibri"/>
              <a:ea typeface="+mn-ea"/>
              <a:cs typeface="+mn-cs"/>
            </a:rPr>
            <a:t>TIPO 3</a:t>
          </a:r>
        </a:p>
      </dsp:txBody>
      <dsp:txXfrm>
        <a:off x="2167440" y="2835791"/>
        <a:ext cx="777686" cy="5499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D11047-CDF4-4651-880F-CBA77C12AD09}">
      <dsp:nvSpPr>
        <dsp:cNvPr id="0" name=""/>
        <dsp:cNvSpPr/>
      </dsp:nvSpPr>
      <dsp:spPr>
        <a:xfrm>
          <a:off x="5141195" y="2590221"/>
          <a:ext cx="306344" cy="937749"/>
        </a:xfrm>
        <a:custGeom>
          <a:avLst/>
          <a:gdLst/>
          <a:ahLst/>
          <a:cxnLst/>
          <a:rect l="0" t="0" r="0" b="0"/>
          <a:pathLst>
            <a:path>
              <a:moveTo>
                <a:pt x="0" y="0"/>
              </a:moveTo>
              <a:lnTo>
                <a:pt x="0" y="937749"/>
              </a:lnTo>
              <a:lnTo>
                <a:pt x="306344" y="93774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ACDD4D-9120-4847-A451-0D15C4FA2DEB}">
      <dsp:nvSpPr>
        <dsp:cNvPr id="0" name=""/>
        <dsp:cNvSpPr/>
      </dsp:nvSpPr>
      <dsp:spPr>
        <a:xfrm>
          <a:off x="3490984" y="1634389"/>
          <a:ext cx="2467129" cy="428103"/>
        </a:xfrm>
        <a:custGeom>
          <a:avLst/>
          <a:gdLst/>
          <a:ahLst/>
          <a:cxnLst/>
          <a:rect l="0" t="0" r="0" b="0"/>
          <a:pathLst>
            <a:path>
              <a:moveTo>
                <a:pt x="0" y="0"/>
              </a:moveTo>
              <a:lnTo>
                <a:pt x="0" y="214051"/>
              </a:lnTo>
              <a:lnTo>
                <a:pt x="2467129" y="214051"/>
              </a:lnTo>
              <a:lnTo>
                <a:pt x="2467129" y="428103"/>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B62303-9CF1-46C2-A18B-F7F742F60F6B}">
      <dsp:nvSpPr>
        <dsp:cNvPr id="0" name=""/>
        <dsp:cNvSpPr/>
      </dsp:nvSpPr>
      <dsp:spPr>
        <a:xfrm>
          <a:off x="2622010" y="2592769"/>
          <a:ext cx="314475" cy="937749"/>
        </a:xfrm>
        <a:custGeom>
          <a:avLst/>
          <a:gdLst/>
          <a:ahLst/>
          <a:cxnLst/>
          <a:rect l="0" t="0" r="0" b="0"/>
          <a:pathLst>
            <a:path>
              <a:moveTo>
                <a:pt x="0" y="0"/>
              </a:moveTo>
              <a:lnTo>
                <a:pt x="0" y="937749"/>
              </a:lnTo>
              <a:lnTo>
                <a:pt x="314475" y="93774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EA69CA-D0AB-47CF-90F3-7E69BED6E109}">
      <dsp:nvSpPr>
        <dsp:cNvPr id="0" name=""/>
        <dsp:cNvSpPr/>
      </dsp:nvSpPr>
      <dsp:spPr>
        <a:xfrm>
          <a:off x="3414891" y="1634389"/>
          <a:ext cx="91440" cy="428103"/>
        </a:xfrm>
        <a:custGeom>
          <a:avLst/>
          <a:gdLst/>
          <a:ahLst/>
          <a:cxnLst/>
          <a:rect l="0" t="0" r="0" b="0"/>
          <a:pathLst>
            <a:path>
              <a:moveTo>
                <a:pt x="76092" y="0"/>
              </a:moveTo>
              <a:lnTo>
                <a:pt x="76092" y="214051"/>
              </a:lnTo>
              <a:lnTo>
                <a:pt x="45720" y="214051"/>
              </a:lnTo>
              <a:lnTo>
                <a:pt x="45720" y="428103"/>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2AF536-7B49-4A33-A3AB-347084AC0922}">
      <dsp:nvSpPr>
        <dsp:cNvPr id="0" name=""/>
        <dsp:cNvSpPr/>
      </dsp:nvSpPr>
      <dsp:spPr>
        <a:xfrm>
          <a:off x="189542" y="2618027"/>
          <a:ext cx="280254" cy="937749"/>
        </a:xfrm>
        <a:custGeom>
          <a:avLst/>
          <a:gdLst/>
          <a:ahLst/>
          <a:cxnLst/>
          <a:rect l="0" t="0" r="0" b="0"/>
          <a:pathLst>
            <a:path>
              <a:moveTo>
                <a:pt x="0" y="0"/>
              </a:moveTo>
              <a:lnTo>
                <a:pt x="0" y="937749"/>
              </a:lnTo>
              <a:lnTo>
                <a:pt x="280254" y="93774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AF6056-7178-4F41-A82F-526D3210BF84}">
      <dsp:nvSpPr>
        <dsp:cNvPr id="0" name=""/>
        <dsp:cNvSpPr/>
      </dsp:nvSpPr>
      <dsp:spPr>
        <a:xfrm>
          <a:off x="936888" y="1634389"/>
          <a:ext cx="2554095" cy="428103"/>
        </a:xfrm>
        <a:custGeom>
          <a:avLst/>
          <a:gdLst/>
          <a:ahLst/>
          <a:cxnLst/>
          <a:rect l="0" t="0" r="0" b="0"/>
          <a:pathLst>
            <a:path>
              <a:moveTo>
                <a:pt x="2554095" y="0"/>
              </a:moveTo>
              <a:lnTo>
                <a:pt x="2554095" y="214051"/>
              </a:lnTo>
              <a:lnTo>
                <a:pt x="0" y="214051"/>
              </a:lnTo>
              <a:lnTo>
                <a:pt x="0" y="428103"/>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DE0E99-2F90-4CC2-962A-BAB1762066E4}">
      <dsp:nvSpPr>
        <dsp:cNvPr id="0" name=""/>
        <dsp:cNvSpPr/>
      </dsp:nvSpPr>
      <dsp:spPr>
        <a:xfrm>
          <a:off x="2471691" y="615096"/>
          <a:ext cx="2038585" cy="1019292"/>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MX" sz="1600" kern="1200"/>
            <a:t>SIMPLIFICACIÓN DE GRAMÁTICAS</a:t>
          </a:r>
        </a:p>
      </dsp:txBody>
      <dsp:txXfrm>
        <a:off x="2471691" y="615096"/>
        <a:ext cx="2038585" cy="1019292"/>
      </dsp:txXfrm>
    </dsp:sp>
    <dsp:sp modelId="{ABD851BD-E85E-4E70-9734-1426AF93F003}">
      <dsp:nvSpPr>
        <dsp:cNvPr id="0" name=""/>
        <dsp:cNvSpPr/>
      </dsp:nvSpPr>
      <dsp:spPr>
        <a:xfrm>
          <a:off x="2706" y="2062492"/>
          <a:ext cx="1868363" cy="555535"/>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s-MX" sz="1400" kern="1200"/>
            <a:t>Reglas innecesarias	</a:t>
          </a:r>
        </a:p>
      </dsp:txBody>
      <dsp:txXfrm>
        <a:off x="2706" y="2062492"/>
        <a:ext cx="1868363" cy="555535"/>
      </dsp:txXfrm>
    </dsp:sp>
    <dsp:sp modelId="{0DA1150B-054B-4D9D-960D-5F5201CA6243}">
      <dsp:nvSpPr>
        <dsp:cNvPr id="0" name=""/>
        <dsp:cNvSpPr/>
      </dsp:nvSpPr>
      <dsp:spPr>
        <a:xfrm>
          <a:off x="469797" y="3046130"/>
          <a:ext cx="2038585" cy="1019292"/>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s-MX" sz="1400" kern="1200" dirty="0"/>
            <a:t>No aportan </a:t>
          </a:r>
          <a:r>
            <a:rPr lang="es-MX" sz="1400" kern="1200" dirty="0" smtClean="0"/>
            <a:t>información </a:t>
          </a:r>
          <a:r>
            <a:rPr lang="es-MX" sz="1400" kern="1200" dirty="0"/>
            <a:t>a la gramática</a:t>
          </a:r>
        </a:p>
        <a:p>
          <a:pPr lvl="0" algn="ctr" defTabSz="622300">
            <a:lnSpc>
              <a:spcPct val="90000"/>
            </a:lnSpc>
            <a:spcBef>
              <a:spcPct val="0"/>
            </a:spcBef>
            <a:spcAft>
              <a:spcPct val="35000"/>
            </a:spcAft>
          </a:pPr>
          <a:r>
            <a:rPr lang="es-MX" sz="1400" kern="1200" dirty="0"/>
            <a:t>A ::=A</a:t>
          </a:r>
        </a:p>
      </dsp:txBody>
      <dsp:txXfrm>
        <a:off x="469797" y="3046130"/>
        <a:ext cx="2038585" cy="1019292"/>
      </dsp:txXfrm>
    </dsp:sp>
    <dsp:sp modelId="{E43A3F1A-B55F-4291-B16D-D4C6B1CBCACC}">
      <dsp:nvSpPr>
        <dsp:cNvPr id="0" name=""/>
        <dsp:cNvSpPr/>
      </dsp:nvSpPr>
      <dsp:spPr>
        <a:xfrm>
          <a:off x="2412360" y="2062492"/>
          <a:ext cx="2096502" cy="5302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s-MX" sz="1400" kern="1200" dirty="0" smtClean="0"/>
            <a:t>Símbolos </a:t>
          </a:r>
          <a:r>
            <a:rPr lang="es-MX" sz="1400" kern="1200" dirty="0"/>
            <a:t>inaccesibles</a:t>
          </a:r>
        </a:p>
      </dsp:txBody>
      <dsp:txXfrm>
        <a:off x="2412360" y="2062492"/>
        <a:ext cx="2096502" cy="530276"/>
      </dsp:txXfrm>
    </dsp:sp>
    <dsp:sp modelId="{86220AC9-91E6-4CA5-9AEB-72C1E9C0A6F6}">
      <dsp:nvSpPr>
        <dsp:cNvPr id="0" name=""/>
        <dsp:cNvSpPr/>
      </dsp:nvSpPr>
      <dsp:spPr>
        <a:xfrm>
          <a:off x="2936486" y="3020872"/>
          <a:ext cx="2038585" cy="1019292"/>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s-MX" sz="1400" kern="1200" dirty="0" smtClean="0"/>
            <a:t>Símbolos </a:t>
          </a:r>
          <a:r>
            <a:rPr lang="es-MX" sz="1400" kern="1200" dirty="0"/>
            <a:t>no terminales que no aparecen en ninguna cadena.</a:t>
          </a:r>
        </a:p>
      </dsp:txBody>
      <dsp:txXfrm>
        <a:off x="2936486" y="3020872"/>
        <a:ext cx="2038585" cy="1019292"/>
      </dsp:txXfrm>
    </dsp:sp>
    <dsp:sp modelId="{20DDC42F-A75B-44D9-93F8-3EEC65F075E0}">
      <dsp:nvSpPr>
        <dsp:cNvPr id="0" name=""/>
        <dsp:cNvSpPr/>
      </dsp:nvSpPr>
      <dsp:spPr>
        <a:xfrm>
          <a:off x="4936965" y="2062492"/>
          <a:ext cx="2042296" cy="52772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s-MX" sz="1400" kern="1200" dirty="0" smtClean="0"/>
            <a:t>Símbolos </a:t>
          </a:r>
          <a:r>
            <a:rPr lang="es-MX" sz="1400" kern="1200" dirty="0"/>
            <a:t>o generativos</a:t>
          </a:r>
        </a:p>
      </dsp:txBody>
      <dsp:txXfrm>
        <a:off x="4936965" y="2062492"/>
        <a:ext cx="2042296" cy="527728"/>
      </dsp:txXfrm>
    </dsp:sp>
    <dsp:sp modelId="{8F5189C1-34A9-4DE6-BAD2-50905CD3A5DA}">
      <dsp:nvSpPr>
        <dsp:cNvPr id="0" name=""/>
        <dsp:cNvSpPr/>
      </dsp:nvSpPr>
      <dsp:spPr>
        <a:xfrm>
          <a:off x="5447539" y="3018324"/>
          <a:ext cx="2038585" cy="1019292"/>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s-MX" sz="1400" kern="1200" dirty="0" smtClean="0"/>
            <a:t>Símbolos </a:t>
          </a:r>
          <a:r>
            <a:rPr lang="es-MX" sz="1400" kern="1200" dirty="0"/>
            <a:t>no terminales de los cuales no se puede derivar ninguna cadena de </a:t>
          </a:r>
          <a:r>
            <a:rPr lang="es-MX" sz="1400" kern="1200" dirty="0" smtClean="0"/>
            <a:t>símbolos terminales</a:t>
          </a:r>
          <a:r>
            <a:rPr lang="es-MX" sz="1400" kern="1200" dirty="0"/>
            <a:t>.</a:t>
          </a:r>
        </a:p>
      </dsp:txBody>
      <dsp:txXfrm>
        <a:off x="5447539" y="3018324"/>
        <a:ext cx="2038585" cy="10192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CBF3C3-8836-4D90-AED0-49622BF3AD35}">
      <dsp:nvSpPr>
        <dsp:cNvPr id="0" name=""/>
        <dsp:cNvSpPr/>
      </dsp:nvSpPr>
      <dsp:spPr>
        <a:xfrm>
          <a:off x="529" y="982028"/>
          <a:ext cx="2277072" cy="2732487"/>
        </a:xfrm>
        <a:prstGeom prst="roundRect">
          <a:avLst>
            <a:gd name="adj" fmla="val 5000"/>
          </a:avLst>
        </a:prstGeom>
        <a:solidFill>
          <a:srgbClr val="4BACC6">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8006" rIns="62230" bIns="0" numCol="1" spcCol="1270" anchor="t" anchorCtr="0">
          <a:noAutofit/>
        </a:bodyPr>
        <a:lstStyle/>
        <a:p>
          <a:pPr lvl="0" algn="r" defTabSz="622300">
            <a:lnSpc>
              <a:spcPct val="90000"/>
            </a:lnSpc>
            <a:spcBef>
              <a:spcPct val="0"/>
            </a:spcBef>
            <a:spcAft>
              <a:spcPct val="35000"/>
            </a:spcAft>
          </a:pPr>
          <a:r>
            <a:rPr lang="es-MX" sz="1400" b="1" kern="1200" dirty="0">
              <a:solidFill>
                <a:sysClr val="window" lastClr="FFFFFF"/>
              </a:solidFill>
              <a:latin typeface="Calibri"/>
              <a:ea typeface="+mn-ea"/>
              <a:cs typeface="+mn-cs"/>
            </a:rPr>
            <a:t>GRAMÁTICA LIMPIA</a:t>
          </a:r>
        </a:p>
      </dsp:txBody>
      <dsp:txXfrm rot="16200000">
        <a:off x="-892083" y="1874640"/>
        <a:ext cx="2240639" cy="455414"/>
      </dsp:txXfrm>
    </dsp:sp>
    <dsp:sp modelId="{6A0703BA-7DAF-4C88-A683-650A025B0417}">
      <dsp:nvSpPr>
        <dsp:cNvPr id="0" name=""/>
        <dsp:cNvSpPr/>
      </dsp:nvSpPr>
      <dsp:spPr>
        <a:xfrm>
          <a:off x="455943" y="982028"/>
          <a:ext cx="1696419" cy="2732487"/>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5151" rIns="0" bIns="0" numCol="1" spcCol="1270" anchor="t" anchorCtr="0">
          <a:noAutofit/>
        </a:bodyPr>
        <a:lstStyle/>
        <a:p>
          <a:pPr lvl="0" algn="l" defTabSz="844550">
            <a:lnSpc>
              <a:spcPct val="90000"/>
            </a:lnSpc>
            <a:spcBef>
              <a:spcPct val="0"/>
            </a:spcBef>
            <a:spcAft>
              <a:spcPct val="35000"/>
            </a:spcAft>
          </a:pPr>
          <a:r>
            <a:rPr lang="es-MX" sz="1900" kern="1200" dirty="0">
              <a:solidFill>
                <a:sysClr val="window" lastClr="FFFFFF"/>
              </a:solidFill>
              <a:latin typeface="Calibri"/>
              <a:ea typeface="+mn-ea"/>
              <a:cs typeface="+mn-cs"/>
            </a:rPr>
            <a:t>Una gramática esta limpia , si no tiene reglas innecesarias ni </a:t>
          </a:r>
          <a:r>
            <a:rPr lang="es-MX" sz="1900" kern="1200" dirty="0" smtClean="0">
              <a:solidFill>
                <a:sysClr val="window" lastClr="FFFFFF"/>
              </a:solidFill>
              <a:latin typeface="Calibri"/>
              <a:ea typeface="+mn-ea"/>
              <a:cs typeface="+mn-cs"/>
            </a:rPr>
            <a:t>símbolos </a:t>
          </a:r>
          <a:r>
            <a:rPr lang="es-MX" sz="1900" kern="1200" dirty="0">
              <a:solidFill>
                <a:sysClr val="window" lastClr="FFFFFF"/>
              </a:solidFill>
              <a:latin typeface="Calibri"/>
              <a:ea typeface="+mn-ea"/>
              <a:cs typeface="+mn-cs"/>
            </a:rPr>
            <a:t>no generativos, ni inaccesibles.</a:t>
          </a:r>
        </a:p>
      </dsp:txBody>
      <dsp:txXfrm>
        <a:off x="455943" y="982028"/>
        <a:ext cx="1696419" cy="2732487"/>
      </dsp:txXfrm>
    </dsp:sp>
    <dsp:sp modelId="{B96770B5-923D-4AFF-AC02-AFF8DFBE812B}">
      <dsp:nvSpPr>
        <dsp:cNvPr id="0" name=""/>
        <dsp:cNvSpPr/>
      </dsp:nvSpPr>
      <dsp:spPr>
        <a:xfrm>
          <a:off x="2357299" y="982028"/>
          <a:ext cx="2277072" cy="2732487"/>
        </a:xfrm>
        <a:prstGeom prst="roundRect">
          <a:avLst>
            <a:gd name="adj" fmla="val 5000"/>
          </a:avLst>
        </a:prstGeom>
        <a:solidFill>
          <a:srgbClr val="4BACC6">
            <a:hueOff val="-4966938"/>
            <a:satOff val="19906"/>
            <a:lumOff val="4314"/>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8006" rIns="62230" bIns="0" numCol="1" spcCol="1270" anchor="t" anchorCtr="0">
          <a:noAutofit/>
        </a:bodyPr>
        <a:lstStyle/>
        <a:p>
          <a:pPr lvl="0" algn="r" defTabSz="622300">
            <a:lnSpc>
              <a:spcPct val="90000"/>
            </a:lnSpc>
            <a:spcBef>
              <a:spcPct val="0"/>
            </a:spcBef>
            <a:spcAft>
              <a:spcPct val="35000"/>
            </a:spcAft>
          </a:pPr>
          <a:r>
            <a:rPr lang="es-MX" sz="1400" b="1" kern="1200" dirty="0">
              <a:solidFill>
                <a:sysClr val="window" lastClr="FFFFFF"/>
              </a:solidFill>
              <a:latin typeface="Calibri"/>
              <a:ea typeface="+mn-ea"/>
              <a:cs typeface="+mn-cs"/>
            </a:rPr>
            <a:t>REGLAS REDENOMINACIÓN</a:t>
          </a:r>
        </a:p>
      </dsp:txBody>
      <dsp:txXfrm rot="16200000">
        <a:off x="1464687" y="1874640"/>
        <a:ext cx="2240639" cy="455414"/>
      </dsp:txXfrm>
    </dsp:sp>
    <dsp:sp modelId="{D9652736-AFD8-47E5-B89A-64583751A5C7}">
      <dsp:nvSpPr>
        <dsp:cNvPr id="0" name=""/>
        <dsp:cNvSpPr/>
      </dsp:nvSpPr>
      <dsp:spPr>
        <a:xfrm rot="5400000">
          <a:off x="2167799" y="3154911"/>
          <a:ext cx="401770" cy="341560"/>
        </a:xfrm>
        <a:prstGeom prst="flowChartExtract">
          <a:avLst/>
        </a:prstGeom>
        <a:solidFill>
          <a:sysClr val="window" lastClr="FFFFFF">
            <a:hueOff val="0"/>
            <a:satOff val="0"/>
            <a:lumOff val="0"/>
            <a:alphaOff val="0"/>
          </a:sysClr>
        </a:solidFill>
        <a:ln w="25400" cap="flat" cmpd="sng" algn="ctr">
          <a:solidFill>
            <a:srgbClr val="4BACC6">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C6FF8FDE-C4F2-4543-AAD3-3325E6D3AA23}">
      <dsp:nvSpPr>
        <dsp:cNvPr id="0" name=""/>
        <dsp:cNvSpPr/>
      </dsp:nvSpPr>
      <dsp:spPr>
        <a:xfrm>
          <a:off x="2812714" y="982028"/>
          <a:ext cx="1696419" cy="2732487"/>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5151" rIns="0" bIns="0" numCol="1" spcCol="1270" anchor="t" anchorCtr="0">
          <a:noAutofit/>
        </a:bodyPr>
        <a:lstStyle/>
        <a:p>
          <a:pPr lvl="0" algn="l" defTabSz="844550">
            <a:lnSpc>
              <a:spcPct val="90000"/>
            </a:lnSpc>
            <a:spcBef>
              <a:spcPct val="0"/>
            </a:spcBef>
            <a:spcAft>
              <a:spcPct val="35000"/>
            </a:spcAft>
          </a:pPr>
          <a:r>
            <a:rPr lang="es-MX" sz="1900" kern="1200" dirty="0">
              <a:solidFill>
                <a:sysClr val="window" lastClr="FFFFFF"/>
              </a:solidFill>
              <a:latin typeface="Calibri"/>
              <a:ea typeface="+mn-ea"/>
              <a:cs typeface="+mn-cs"/>
            </a:rPr>
            <a:t>Reglas en las que hay un </a:t>
          </a:r>
          <a:r>
            <a:rPr lang="es-MX" sz="1900" kern="1200" dirty="0" smtClean="0">
              <a:solidFill>
                <a:sysClr val="window" lastClr="FFFFFF"/>
              </a:solidFill>
              <a:latin typeface="Calibri"/>
              <a:ea typeface="+mn-ea"/>
              <a:cs typeface="+mn-cs"/>
            </a:rPr>
            <a:t>único símbolo </a:t>
          </a:r>
          <a:r>
            <a:rPr lang="es-MX" sz="1900" kern="1200" dirty="0">
              <a:solidFill>
                <a:sysClr val="window" lastClr="FFFFFF"/>
              </a:solidFill>
              <a:latin typeface="Calibri"/>
              <a:ea typeface="+mn-ea"/>
              <a:cs typeface="+mn-cs"/>
            </a:rPr>
            <a:t>no terminal, en la parte izquierda y derecha.</a:t>
          </a:r>
        </a:p>
        <a:p>
          <a:pPr lvl="0" algn="l" defTabSz="844550">
            <a:lnSpc>
              <a:spcPct val="90000"/>
            </a:lnSpc>
            <a:spcBef>
              <a:spcPct val="0"/>
            </a:spcBef>
            <a:spcAft>
              <a:spcPct val="35000"/>
            </a:spcAft>
          </a:pPr>
          <a:r>
            <a:rPr lang="es-MX" sz="1900" kern="1200" dirty="0">
              <a:solidFill>
                <a:sysClr val="window" lastClr="FFFFFF"/>
              </a:solidFill>
              <a:latin typeface="Calibri"/>
              <a:ea typeface="+mn-ea"/>
              <a:cs typeface="+mn-cs"/>
            </a:rPr>
            <a:t>A ::=B, A,B</a:t>
          </a:r>
          <a:r>
            <a:rPr lang="es-MX" sz="1900" kern="1200" dirty="0">
              <a:solidFill>
                <a:sysClr val="window" lastClr="FFFFFF"/>
              </a:solidFill>
              <a:latin typeface="Times New Roman"/>
              <a:ea typeface="+mn-ea"/>
              <a:cs typeface="Times New Roman"/>
            </a:rPr>
            <a:t>€∑N</a:t>
          </a:r>
          <a:endParaRPr lang="es-MX" sz="1900" kern="1200" dirty="0">
            <a:solidFill>
              <a:sysClr val="window" lastClr="FFFFFF"/>
            </a:solidFill>
            <a:latin typeface="Calibri"/>
            <a:ea typeface="+mn-ea"/>
            <a:cs typeface="+mn-cs"/>
          </a:endParaRPr>
        </a:p>
      </dsp:txBody>
      <dsp:txXfrm>
        <a:off x="2812714" y="982028"/>
        <a:ext cx="1696419" cy="2732487"/>
      </dsp:txXfrm>
    </dsp:sp>
    <dsp:sp modelId="{C95F9EBB-853C-4894-99EB-0F3C3E82348B}">
      <dsp:nvSpPr>
        <dsp:cNvPr id="0" name=""/>
        <dsp:cNvSpPr/>
      </dsp:nvSpPr>
      <dsp:spPr>
        <a:xfrm>
          <a:off x="4714069" y="982028"/>
          <a:ext cx="2277072" cy="2732487"/>
        </a:xfrm>
        <a:prstGeom prst="roundRect">
          <a:avLst>
            <a:gd name="adj" fmla="val 5000"/>
          </a:avLst>
        </a:prstGeom>
        <a:solidFill>
          <a:srgbClr val="4BACC6">
            <a:hueOff val="-9933876"/>
            <a:satOff val="39811"/>
            <a:lumOff val="8628"/>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8006" rIns="62230" bIns="0" numCol="1" spcCol="1270" anchor="t" anchorCtr="0">
          <a:noAutofit/>
        </a:bodyPr>
        <a:lstStyle/>
        <a:p>
          <a:pPr lvl="0" algn="r" defTabSz="622300">
            <a:lnSpc>
              <a:spcPct val="90000"/>
            </a:lnSpc>
            <a:spcBef>
              <a:spcPct val="0"/>
            </a:spcBef>
            <a:spcAft>
              <a:spcPct val="35000"/>
            </a:spcAft>
          </a:pPr>
          <a:r>
            <a:rPr lang="es-MX" sz="1400" b="1" kern="1200" dirty="0">
              <a:solidFill>
                <a:sysClr val="window" lastClr="FFFFFF"/>
              </a:solidFill>
              <a:latin typeface="Calibri"/>
              <a:ea typeface="+mn-ea"/>
              <a:cs typeface="+mn-cs"/>
            </a:rPr>
            <a:t>GRAMÁTICA BIEN FORMADA</a:t>
          </a:r>
        </a:p>
      </dsp:txBody>
      <dsp:txXfrm rot="16200000">
        <a:off x="3821457" y="1874640"/>
        <a:ext cx="2240639" cy="455414"/>
      </dsp:txXfrm>
    </dsp:sp>
    <dsp:sp modelId="{4F16FF7F-6631-4582-A1B5-2834F36B83D8}">
      <dsp:nvSpPr>
        <dsp:cNvPr id="0" name=""/>
        <dsp:cNvSpPr/>
      </dsp:nvSpPr>
      <dsp:spPr>
        <a:xfrm rot="5400000">
          <a:off x="4524569" y="3154911"/>
          <a:ext cx="401770" cy="341560"/>
        </a:xfrm>
        <a:prstGeom prst="flowChartExtract">
          <a:avLst/>
        </a:prstGeom>
        <a:solidFill>
          <a:sysClr val="window" lastClr="FFFFFF">
            <a:hueOff val="0"/>
            <a:satOff val="0"/>
            <a:lumOff val="0"/>
            <a:alphaOff val="0"/>
          </a:sysClr>
        </a:solidFill>
        <a:ln w="25400" cap="flat" cmpd="sng" algn="ctr">
          <a:solidFill>
            <a:srgbClr val="4BACC6">
              <a:hueOff val="-9933876"/>
              <a:satOff val="39811"/>
              <a:lumOff val="8628"/>
              <a:alphaOff val="0"/>
            </a:srgbClr>
          </a:solidFill>
          <a:prstDash val="solid"/>
        </a:ln>
        <a:effectLst/>
      </dsp:spPr>
      <dsp:style>
        <a:lnRef idx="2">
          <a:scrgbClr r="0" g="0" b="0"/>
        </a:lnRef>
        <a:fillRef idx="1">
          <a:scrgbClr r="0" g="0" b="0"/>
        </a:fillRef>
        <a:effectRef idx="0">
          <a:scrgbClr r="0" g="0" b="0"/>
        </a:effectRef>
        <a:fontRef idx="minor"/>
      </dsp:style>
    </dsp:sp>
    <dsp:sp modelId="{6EF3EC9E-8F6A-4C44-939C-BEA119B7F97C}">
      <dsp:nvSpPr>
        <dsp:cNvPr id="0" name=""/>
        <dsp:cNvSpPr/>
      </dsp:nvSpPr>
      <dsp:spPr>
        <a:xfrm>
          <a:off x="5169484" y="982028"/>
          <a:ext cx="1696419" cy="2732487"/>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5151" rIns="0" bIns="0" numCol="1" spcCol="1270" anchor="t" anchorCtr="0">
          <a:noAutofit/>
        </a:bodyPr>
        <a:lstStyle/>
        <a:p>
          <a:pPr lvl="0" algn="l" defTabSz="844550">
            <a:lnSpc>
              <a:spcPct val="90000"/>
            </a:lnSpc>
            <a:spcBef>
              <a:spcPct val="0"/>
            </a:spcBef>
            <a:spcAft>
              <a:spcPct val="35000"/>
            </a:spcAft>
          </a:pPr>
          <a:r>
            <a:rPr lang="es-MX" sz="1900" kern="1200" dirty="0">
              <a:solidFill>
                <a:sysClr val="window" lastClr="FFFFFF"/>
              </a:solidFill>
              <a:latin typeface="Calibri"/>
              <a:ea typeface="+mn-ea"/>
              <a:cs typeface="+mn-cs"/>
            </a:rPr>
            <a:t>Esta bien formada si no tiene reglas de </a:t>
          </a:r>
          <a:r>
            <a:rPr lang="es-MX" sz="1900" kern="1200" dirty="0" smtClean="0">
              <a:solidFill>
                <a:sysClr val="window" lastClr="FFFFFF"/>
              </a:solidFill>
              <a:latin typeface="Calibri"/>
              <a:ea typeface="+mn-ea"/>
              <a:cs typeface="+mn-cs"/>
            </a:rPr>
            <a:t>rede-nominación </a:t>
          </a:r>
          <a:r>
            <a:rPr lang="es-MX" sz="1900" kern="1200" dirty="0">
              <a:solidFill>
                <a:sysClr val="window" lastClr="FFFFFF"/>
              </a:solidFill>
              <a:latin typeface="Calibri"/>
              <a:ea typeface="+mn-ea"/>
              <a:cs typeface="+mn-cs"/>
            </a:rPr>
            <a:t>ni reglas no generativas.</a:t>
          </a:r>
        </a:p>
        <a:p>
          <a:pPr lvl="0" algn="l" defTabSz="844550">
            <a:lnSpc>
              <a:spcPct val="90000"/>
            </a:lnSpc>
            <a:spcBef>
              <a:spcPct val="0"/>
            </a:spcBef>
            <a:spcAft>
              <a:spcPct val="35000"/>
            </a:spcAft>
          </a:pPr>
          <a:endParaRPr lang="es-MX" sz="1900" kern="1200" dirty="0">
            <a:solidFill>
              <a:sysClr val="window" lastClr="FFFFFF"/>
            </a:solidFill>
            <a:latin typeface="Calibri"/>
            <a:ea typeface="+mn-ea"/>
            <a:cs typeface="+mn-cs"/>
          </a:endParaRPr>
        </a:p>
        <a:p>
          <a:pPr lvl="0" algn="l" defTabSz="844550">
            <a:lnSpc>
              <a:spcPct val="90000"/>
            </a:lnSpc>
            <a:spcBef>
              <a:spcPct val="0"/>
            </a:spcBef>
            <a:spcAft>
              <a:spcPct val="35000"/>
            </a:spcAft>
          </a:pPr>
          <a:endParaRPr lang="es-MX" sz="1900" kern="1200" dirty="0">
            <a:solidFill>
              <a:sysClr val="window" lastClr="FFFFFF"/>
            </a:solidFill>
            <a:latin typeface="Calibri"/>
            <a:ea typeface="+mn-ea"/>
            <a:cs typeface="+mn-cs"/>
          </a:endParaRPr>
        </a:p>
      </dsp:txBody>
      <dsp:txXfrm>
        <a:off x="5169484" y="982028"/>
        <a:ext cx="1696419" cy="273248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553628-980B-40B1-9484-9D37B6733DBF}">
      <dsp:nvSpPr>
        <dsp:cNvPr id="0" name=""/>
        <dsp:cNvSpPr/>
      </dsp:nvSpPr>
      <dsp:spPr>
        <a:xfrm>
          <a:off x="0" y="0"/>
          <a:ext cx="6624736" cy="1404156"/>
        </a:xfrm>
        <a:prstGeom prst="rect">
          <a:avLst/>
        </a:prstGeom>
        <a:solidFill>
          <a:schemeClr val="accent2">
            <a:shade val="90000"/>
            <a:hueOff val="0"/>
            <a:satOff val="0"/>
            <a:lumOff val="0"/>
            <a:alphaOff val="0"/>
          </a:schemeClr>
        </a:soli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lvl="0" algn="ctr" defTabSz="1600200">
            <a:lnSpc>
              <a:spcPct val="90000"/>
            </a:lnSpc>
            <a:spcBef>
              <a:spcPct val="0"/>
            </a:spcBef>
            <a:spcAft>
              <a:spcPct val="35000"/>
            </a:spcAft>
          </a:pPr>
          <a:r>
            <a:rPr lang="es-MX" sz="3600" b="1" kern="1200" cap="none" spc="0" dirty="0" smtClean="0">
              <a:ln/>
              <a:solidFill>
                <a:schemeClr val="accent3"/>
              </a:solidFill>
              <a:effectLst/>
              <a:latin typeface="+mn-lt"/>
              <a:ea typeface="+mn-ea"/>
              <a:cs typeface="+mn-cs"/>
            </a:rPr>
            <a:t>Derivaciones utilizando una gramática </a:t>
          </a:r>
          <a:endParaRPr lang="es-MX" sz="2800" kern="1200" dirty="0"/>
        </a:p>
      </dsp:txBody>
      <dsp:txXfrm>
        <a:off x="0" y="0"/>
        <a:ext cx="6624736" cy="1404156"/>
      </dsp:txXfrm>
    </dsp:sp>
    <dsp:sp modelId="{5591F771-0202-43A1-954F-5FD8B819CF7A}">
      <dsp:nvSpPr>
        <dsp:cNvPr id="0" name=""/>
        <dsp:cNvSpPr/>
      </dsp:nvSpPr>
      <dsp:spPr>
        <a:xfrm>
          <a:off x="0" y="1404156"/>
          <a:ext cx="3312367" cy="2948727"/>
        </a:xfrm>
        <a:prstGeom prst="rect">
          <a:avLst/>
        </a:prstGeom>
        <a:gradFill rotWithShape="0">
          <a:gsLst>
            <a:gs pos="0">
              <a:schemeClr val="accent2">
                <a:hueOff val="0"/>
                <a:satOff val="0"/>
                <a:lumOff val="0"/>
                <a:alphaOff val="0"/>
                <a:shade val="63000"/>
                <a:satMod val="165000"/>
              </a:schemeClr>
            </a:gs>
            <a:gs pos="30000">
              <a:schemeClr val="accent2">
                <a:hueOff val="0"/>
                <a:satOff val="0"/>
                <a:lumOff val="0"/>
                <a:alphaOff val="0"/>
                <a:shade val="58000"/>
                <a:satMod val="165000"/>
              </a:schemeClr>
            </a:gs>
            <a:gs pos="75000">
              <a:schemeClr val="accent2">
                <a:hueOff val="0"/>
                <a:satOff val="0"/>
                <a:lumOff val="0"/>
                <a:alphaOff val="0"/>
                <a:shade val="30000"/>
                <a:satMod val="175000"/>
              </a:schemeClr>
            </a:gs>
            <a:gs pos="100000">
              <a:schemeClr val="accent2">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s-MX" sz="3200" kern="1200" dirty="0" smtClean="0"/>
            <a:t>Sirven para determinar que cadenas pertenecen al lenguaje de una cierta variable. </a:t>
          </a:r>
          <a:endParaRPr lang="es-MX" sz="3200" kern="1200" dirty="0"/>
        </a:p>
      </dsp:txBody>
      <dsp:txXfrm>
        <a:off x="0" y="1404156"/>
        <a:ext cx="3312367" cy="2948727"/>
      </dsp:txXfrm>
    </dsp:sp>
    <dsp:sp modelId="{74A28095-99B6-4154-B759-8A73EBE4CFED}">
      <dsp:nvSpPr>
        <dsp:cNvPr id="0" name=""/>
        <dsp:cNvSpPr/>
      </dsp:nvSpPr>
      <dsp:spPr>
        <a:xfrm>
          <a:off x="3312368" y="1404156"/>
          <a:ext cx="3312367" cy="2948727"/>
        </a:xfrm>
        <a:prstGeom prst="rect">
          <a:avLst/>
        </a:prstGeom>
        <a:gradFill rotWithShape="0">
          <a:gsLst>
            <a:gs pos="0">
              <a:schemeClr val="accent2">
                <a:hueOff val="-12635355"/>
                <a:satOff val="21297"/>
                <a:lumOff val="-26079"/>
                <a:alphaOff val="0"/>
                <a:shade val="63000"/>
                <a:satMod val="165000"/>
              </a:schemeClr>
            </a:gs>
            <a:gs pos="30000">
              <a:schemeClr val="accent2">
                <a:hueOff val="-12635355"/>
                <a:satOff val="21297"/>
                <a:lumOff val="-26079"/>
                <a:alphaOff val="0"/>
                <a:shade val="58000"/>
                <a:satMod val="165000"/>
              </a:schemeClr>
            </a:gs>
            <a:gs pos="75000">
              <a:schemeClr val="accent2">
                <a:hueOff val="-12635355"/>
                <a:satOff val="21297"/>
                <a:lumOff val="-26079"/>
                <a:alphaOff val="0"/>
                <a:shade val="30000"/>
                <a:satMod val="175000"/>
              </a:schemeClr>
            </a:gs>
            <a:gs pos="100000">
              <a:schemeClr val="accent2">
                <a:hueOff val="-12635355"/>
                <a:satOff val="21297"/>
                <a:lumOff val="-26079"/>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s-MX" sz="3200" kern="1200" dirty="0" smtClean="0"/>
            <a:t>Para llevar a cabo esta inferencia hay disponibles dos métodos.</a:t>
          </a:r>
          <a:endParaRPr lang="es-MX" sz="3200" kern="1200" dirty="0"/>
        </a:p>
      </dsp:txBody>
      <dsp:txXfrm>
        <a:off x="3312368" y="1404156"/>
        <a:ext cx="3312367" cy="2948727"/>
      </dsp:txXfrm>
    </dsp:sp>
    <dsp:sp modelId="{80AFECCB-4013-4D79-8825-62462B97690F}">
      <dsp:nvSpPr>
        <dsp:cNvPr id="0" name=""/>
        <dsp:cNvSpPr/>
      </dsp:nvSpPr>
      <dsp:spPr>
        <a:xfrm>
          <a:off x="0" y="4352883"/>
          <a:ext cx="6624736" cy="327636"/>
        </a:xfrm>
        <a:prstGeom prst="rect">
          <a:avLst/>
        </a:prstGeom>
        <a:solidFill>
          <a:schemeClr val="accent2">
            <a:shade val="90000"/>
            <a:hueOff val="0"/>
            <a:satOff val="0"/>
            <a:lumOff val="0"/>
            <a:alphaOff val="0"/>
          </a:schemeClr>
        </a:soli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F16C36-7E94-47C4-81E3-68A462220588}">
      <dsp:nvSpPr>
        <dsp:cNvPr id="0" name=""/>
        <dsp:cNvSpPr/>
      </dsp:nvSpPr>
      <dsp:spPr>
        <a:xfrm>
          <a:off x="852" y="142829"/>
          <a:ext cx="3325271" cy="1995163"/>
        </a:xfrm>
        <a:prstGeom prst="rect">
          <a:avLst/>
        </a:prstGeom>
        <a:solidFill>
          <a:schemeClr val="accent2">
            <a:hueOff val="0"/>
            <a:satOff val="0"/>
            <a:lumOff val="0"/>
            <a:alphaOff val="0"/>
          </a:schemeClr>
        </a:solidFill>
        <a:ln>
          <a:noFill/>
        </a:ln>
        <a:effectLst>
          <a:outerShdw blurRad="50800" dist="20000" dir="5400000" rotWithShape="0">
            <a:srgbClr val="000000">
              <a:alpha val="42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7630" tIns="87630" rIns="87630" bIns="87630" numCol="1" spcCol="1270" anchor="ctr" anchorCtr="0">
          <a:no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lvl="0" algn="r" defTabSz="1022350">
            <a:lnSpc>
              <a:spcPct val="90000"/>
            </a:lnSpc>
            <a:spcBef>
              <a:spcPct val="0"/>
            </a:spcBef>
            <a:spcAft>
              <a:spcPct val="35000"/>
            </a:spcAft>
          </a:pPr>
          <a:r>
            <a:rPr lang="es-MX" sz="2300" b="1" u="sng" kern="1200" cap="none" spc="0"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a typeface="+mn-ea"/>
              <a:cs typeface="+mn-cs"/>
            </a:rPr>
            <a:t>Procedimiento de interferencia cursiva</a:t>
          </a:r>
          <a:endParaRPr lang="es-MX" sz="2300" b="1" kern="1200" cap="none" spc="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dsp:txBody>
      <dsp:txXfrm>
        <a:off x="852" y="142829"/>
        <a:ext cx="3325271" cy="1995163"/>
      </dsp:txXfrm>
    </dsp:sp>
    <dsp:sp modelId="{47A9A3F8-A49E-4B08-98DF-655CAE90AE7D}">
      <dsp:nvSpPr>
        <dsp:cNvPr id="0" name=""/>
        <dsp:cNvSpPr/>
      </dsp:nvSpPr>
      <dsp:spPr>
        <a:xfrm>
          <a:off x="3658651" y="142829"/>
          <a:ext cx="3325271" cy="1995163"/>
        </a:xfrm>
        <a:prstGeom prst="rect">
          <a:avLst/>
        </a:prstGeom>
        <a:solidFill>
          <a:schemeClr val="accent2">
            <a:hueOff val="-4211785"/>
            <a:satOff val="7099"/>
            <a:lumOff val="-8693"/>
            <a:alphaOff val="0"/>
          </a:schemeClr>
        </a:solidFill>
        <a:ln>
          <a:noFill/>
        </a:ln>
        <a:effectLst>
          <a:outerShdw blurRad="50800" dist="20000" dir="5400000" rotWithShape="0">
            <a:srgbClr val="000000">
              <a:alpha val="42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r" defTabSz="1022350">
            <a:lnSpc>
              <a:spcPct val="90000"/>
            </a:lnSpc>
            <a:spcBef>
              <a:spcPct val="0"/>
            </a:spcBef>
            <a:spcAft>
              <a:spcPct val="35000"/>
            </a:spcAft>
          </a:pPr>
          <a:r>
            <a:rPr lang="es-MX" sz="2300" kern="1200" dirty="0" smtClean="0"/>
            <a:t>Concatenar en el orden apropiado con cualquier símbolo terminal.</a:t>
          </a:r>
          <a:endParaRPr lang="es-MX" sz="2300" kern="1200" dirty="0"/>
        </a:p>
      </dsp:txBody>
      <dsp:txXfrm>
        <a:off x="3658651" y="142829"/>
        <a:ext cx="3325271" cy="1995163"/>
      </dsp:txXfrm>
    </dsp:sp>
    <dsp:sp modelId="{A5D40FB7-754A-47D5-8762-F3FE1F0B0E91}">
      <dsp:nvSpPr>
        <dsp:cNvPr id="0" name=""/>
        <dsp:cNvSpPr/>
      </dsp:nvSpPr>
      <dsp:spPr>
        <a:xfrm>
          <a:off x="852" y="2470519"/>
          <a:ext cx="3325271" cy="1995163"/>
        </a:xfrm>
        <a:prstGeom prst="rect">
          <a:avLst/>
        </a:prstGeom>
        <a:solidFill>
          <a:schemeClr val="accent2">
            <a:hueOff val="-8423570"/>
            <a:satOff val="14198"/>
            <a:lumOff val="-17386"/>
            <a:alphaOff val="0"/>
          </a:schemeClr>
        </a:solidFill>
        <a:ln>
          <a:noFill/>
        </a:ln>
        <a:effectLst>
          <a:outerShdw blurRad="50800" dist="20000" dir="5400000" rotWithShape="0">
            <a:srgbClr val="000000">
              <a:alpha val="42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r" defTabSz="1022350">
            <a:lnSpc>
              <a:spcPct val="90000"/>
            </a:lnSpc>
            <a:spcBef>
              <a:spcPct val="0"/>
            </a:spcBef>
            <a:spcAft>
              <a:spcPct val="35000"/>
            </a:spcAft>
          </a:pPr>
          <a:r>
            <a:rPr lang="es-MX" sz="2300" kern="1200" dirty="0" smtClean="0"/>
            <a:t>Inferir que la cadena resultante pertenece al lenguaje de la variable de la cabeza.</a:t>
          </a:r>
          <a:endParaRPr lang="es-MX" sz="2300" kern="1200" dirty="0"/>
        </a:p>
      </dsp:txBody>
      <dsp:txXfrm>
        <a:off x="852" y="2470519"/>
        <a:ext cx="3325271" cy="1995163"/>
      </dsp:txXfrm>
    </dsp:sp>
    <dsp:sp modelId="{86C1828E-C907-497E-AEB1-B62C3612BFB2}">
      <dsp:nvSpPr>
        <dsp:cNvPr id="0" name=""/>
        <dsp:cNvSpPr/>
      </dsp:nvSpPr>
      <dsp:spPr>
        <a:xfrm>
          <a:off x="3658651" y="2470519"/>
          <a:ext cx="3325271" cy="1995163"/>
        </a:xfrm>
        <a:prstGeom prst="rect">
          <a:avLst/>
        </a:prstGeom>
        <a:solidFill>
          <a:schemeClr val="accent2">
            <a:hueOff val="-12635355"/>
            <a:satOff val="21297"/>
            <a:lumOff val="-26079"/>
            <a:alphaOff val="0"/>
          </a:schemeClr>
        </a:solidFill>
        <a:ln>
          <a:noFill/>
        </a:ln>
        <a:effectLst>
          <a:outerShdw blurRad="50800" dist="20000" dir="5400000" rotWithShape="0">
            <a:srgbClr val="000000">
              <a:alpha val="42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r" defTabSz="1022350">
            <a:lnSpc>
              <a:spcPct val="90000"/>
            </a:lnSpc>
            <a:spcBef>
              <a:spcPct val="0"/>
            </a:spcBef>
            <a:spcAft>
              <a:spcPct val="35000"/>
            </a:spcAft>
          </a:pPr>
          <a:r>
            <a:rPr lang="es-MX" sz="2300" kern="1200" dirty="0" smtClean="0"/>
            <a:t>Tomamos cadenas que sabemos que pertenecen al lenguaje de cada una de las variables del cuerpo.</a:t>
          </a:r>
          <a:endParaRPr lang="es-MX" sz="2300" kern="1200" dirty="0"/>
        </a:p>
      </dsp:txBody>
      <dsp:txXfrm>
        <a:off x="3658651" y="2470519"/>
        <a:ext cx="3325271" cy="199516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F77504-104A-4EC0-BF12-16543CC382EF}">
      <dsp:nvSpPr>
        <dsp:cNvPr id="0" name=""/>
        <dsp:cNvSpPr/>
      </dsp:nvSpPr>
      <dsp:spPr>
        <a:xfrm>
          <a:off x="2215" y="1102431"/>
          <a:ext cx="2698717" cy="1872208"/>
        </a:xfrm>
        <a:prstGeom prst="chevron">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lvl="0" algn="ctr" defTabSz="444500">
            <a:lnSpc>
              <a:spcPct val="90000"/>
            </a:lnSpc>
            <a:spcBef>
              <a:spcPct val="0"/>
            </a:spcBef>
            <a:spcAft>
              <a:spcPct val="35000"/>
            </a:spcAft>
          </a:pPr>
          <a:r>
            <a:rPr lang="es-MX" sz="1000" kern="1200" dirty="0" smtClean="0"/>
            <a:t>Reemplace la variable más a la izquierda por uno de los cuerpos de sus producciones</a:t>
          </a:r>
          <a:endParaRPr lang="es-MX" sz="1000" kern="1200" dirty="0"/>
        </a:p>
      </dsp:txBody>
      <dsp:txXfrm>
        <a:off x="938319" y="1102431"/>
        <a:ext cx="826509" cy="1872208"/>
      </dsp:txXfrm>
    </dsp:sp>
    <dsp:sp modelId="{DC76CB78-7887-45F7-9EE0-5CEE22A6EDDD}">
      <dsp:nvSpPr>
        <dsp:cNvPr id="0" name=""/>
        <dsp:cNvSpPr/>
      </dsp:nvSpPr>
      <dsp:spPr>
        <a:xfrm>
          <a:off x="2431061" y="1102431"/>
          <a:ext cx="2698717" cy="1872208"/>
        </a:xfrm>
        <a:prstGeom prst="chevron">
          <a:avLst/>
        </a:prstGeom>
        <a:solidFill>
          <a:schemeClr val="accent2">
            <a:hueOff val="-6317677"/>
            <a:satOff val="10648"/>
            <a:lumOff val="-1304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lvl="0" algn="ctr" defTabSz="444500">
            <a:lnSpc>
              <a:spcPct val="90000"/>
            </a:lnSpc>
            <a:spcBef>
              <a:spcPct val="0"/>
            </a:spcBef>
            <a:spcAft>
              <a:spcPct val="35000"/>
            </a:spcAft>
          </a:pPr>
          <a:r>
            <a:rPr lang="es-MX" sz="1000" kern="1200" dirty="0" smtClean="0"/>
            <a:t>Tal derivación se conoce como derivación más a la izquierda, la cual se indica mediante las relaciones ⇒ lm y ⇒ ∗ lm </a:t>
          </a:r>
          <a:endParaRPr lang="es-MX" sz="1000" kern="1200" dirty="0"/>
        </a:p>
      </dsp:txBody>
      <dsp:txXfrm>
        <a:off x="3367165" y="1102431"/>
        <a:ext cx="826509" cy="1872208"/>
      </dsp:txXfrm>
    </dsp:sp>
    <dsp:sp modelId="{5A67E1EA-5B3B-4ABD-B334-B9B1E489006A}">
      <dsp:nvSpPr>
        <dsp:cNvPr id="0" name=""/>
        <dsp:cNvSpPr/>
      </dsp:nvSpPr>
      <dsp:spPr>
        <a:xfrm>
          <a:off x="4859907" y="1102431"/>
          <a:ext cx="2698717" cy="1872208"/>
        </a:xfrm>
        <a:prstGeom prst="chevron">
          <a:avLst/>
        </a:prstGeom>
        <a:solidFill>
          <a:schemeClr val="accent2">
            <a:hueOff val="-12635355"/>
            <a:satOff val="21297"/>
            <a:lumOff val="-2607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lvl="0" algn="ctr" defTabSz="444500">
            <a:lnSpc>
              <a:spcPct val="90000"/>
            </a:lnSpc>
            <a:spcBef>
              <a:spcPct val="0"/>
            </a:spcBef>
            <a:spcAft>
              <a:spcPct val="35000"/>
            </a:spcAft>
          </a:pPr>
          <a:r>
            <a:rPr lang="es-MX" sz="1000" kern="1200" dirty="0" smtClean="0"/>
            <a:t>Podemos colocar el nombre G debajo de la flecha en cualquiera de estos símbolos.</a:t>
          </a:r>
          <a:endParaRPr lang="es-MX" sz="1000" kern="1200" dirty="0"/>
        </a:p>
      </dsp:txBody>
      <dsp:txXfrm>
        <a:off x="5796011" y="1102431"/>
        <a:ext cx="826509" cy="187220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362BC-04BF-43BF-AC81-0A9E81A00AD0}">
      <dsp:nvSpPr>
        <dsp:cNvPr id="0" name=""/>
        <dsp:cNvSpPr/>
      </dsp:nvSpPr>
      <dsp:spPr>
        <a:xfrm>
          <a:off x="2362" y="227458"/>
          <a:ext cx="2303693" cy="489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lvl="0" algn="ctr" defTabSz="755650">
            <a:lnSpc>
              <a:spcPct val="90000"/>
            </a:lnSpc>
            <a:spcBef>
              <a:spcPct val="0"/>
            </a:spcBef>
            <a:spcAft>
              <a:spcPct val="35000"/>
            </a:spcAft>
          </a:pPr>
          <a:r>
            <a:rPr lang="es-MX" sz="1700" kern="1200"/>
            <a:t>Paso 1</a:t>
          </a:r>
        </a:p>
      </dsp:txBody>
      <dsp:txXfrm>
        <a:off x="2362" y="227458"/>
        <a:ext cx="2303693" cy="489600"/>
      </dsp:txXfrm>
    </dsp:sp>
    <dsp:sp modelId="{16C466F7-8ACE-4930-ABFB-0B26B5211F55}">
      <dsp:nvSpPr>
        <dsp:cNvPr id="0" name=""/>
        <dsp:cNvSpPr/>
      </dsp:nvSpPr>
      <dsp:spPr>
        <a:xfrm>
          <a:off x="2362" y="717058"/>
          <a:ext cx="2303693" cy="279990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s-MX" sz="1700" kern="1200" dirty="0"/>
            <a:t>Eliminar los símbolos inútiles, aquellas variables o símbolos terminales que no aparecen en ninguna derivación de una cadena terminal que parta del símbolo inicial.</a:t>
          </a:r>
        </a:p>
      </dsp:txBody>
      <dsp:txXfrm>
        <a:off x="2362" y="717058"/>
        <a:ext cx="2303693" cy="2799900"/>
      </dsp:txXfrm>
    </dsp:sp>
    <dsp:sp modelId="{2E8D8952-64F5-4312-BFB4-FF6B3D1805F3}">
      <dsp:nvSpPr>
        <dsp:cNvPr id="0" name=""/>
        <dsp:cNvSpPr/>
      </dsp:nvSpPr>
      <dsp:spPr>
        <a:xfrm>
          <a:off x="2628573" y="227458"/>
          <a:ext cx="2303693" cy="489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lvl="0" algn="ctr" defTabSz="755650">
            <a:lnSpc>
              <a:spcPct val="90000"/>
            </a:lnSpc>
            <a:spcBef>
              <a:spcPct val="0"/>
            </a:spcBef>
            <a:spcAft>
              <a:spcPct val="35000"/>
            </a:spcAft>
          </a:pPr>
          <a:r>
            <a:rPr lang="es-MX" sz="1700" kern="1200"/>
            <a:t>Paso 2</a:t>
          </a:r>
        </a:p>
      </dsp:txBody>
      <dsp:txXfrm>
        <a:off x="2628573" y="227458"/>
        <a:ext cx="2303693" cy="489600"/>
      </dsp:txXfrm>
    </dsp:sp>
    <dsp:sp modelId="{9559F763-55E4-48D6-9ED9-0E740E89EF60}">
      <dsp:nvSpPr>
        <dsp:cNvPr id="0" name=""/>
        <dsp:cNvSpPr/>
      </dsp:nvSpPr>
      <dsp:spPr>
        <a:xfrm>
          <a:off x="2628573" y="717058"/>
          <a:ext cx="2303693" cy="279990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s-MX" sz="1700" kern="1200"/>
            <a:t>Eliminar las producciones-ε , aquellas de la forma A→ε para alguna variable A.</a:t>
          </a:r>
        </a:p>
      </dsp:txBody>
      <dsp:txXfrm>
        <a:off x="2628573" y="717058"/>
        <a:ext cx="2303693" cy="2799900"/>
      </dsp:txXfrm>
    </dsp:sp>
    <dsp:sp modelId="{C55BE054-3ACB-448F-9E15-4C7E12E6E1AA}">
      <dsp:nvSpPr>
        <dsp:cNvPr id="0" name=""/>
        <dsp:cNvSpPr/>
      </dsp:nvSpPr>
      <dsp:spPr>
        <a:xfrm>
          <a:off x="5254783" y="227458"/>
          <a:ext cx="2303693" cy="489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lvl="0" algn="ctr" defTabSz="755650">
            <a:lnSpc>
              <a:spcPct val="90000"/>
            </a:lnSpc>
            <a:spcBef>
              <a:spcPct val="0"/>
            </a:spcBef>
            <a:spcAft>
              <a:spcPct val="35000"/>
            </a:spcAft>
          </a:pPr>
          <a:r>
            <a:rPr lang="es-MX" sz="1700" kern="1200"/>
            <a:t>Paso 3</a:t>
          </a:r>
        </a:p>
      </dsp:txBody>
      <dsp:txXfrm>
        <a:off x="5254783" y="227458"/>
        <a:ext cx="2303693" cy="489600"/>
      </dsp:txXfrm>
    </dsp:sp>
    <dsp:sp modelId="{079E18C2-E0E4-48D7-AA39-B36DE27E3D39}">
      <dsp:nvSpPr>
        <dsp:cNvPr id="0" name=""/>
        <dsp:cNvSpPr/>
      </dsp:nvSpPr>
      <dsp:spPr>
        <a:xfrm>
          <a:off x="5254783" y="717058"/>
          <a:ext cx="2303693" cy="279990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s-MX" sz="1700" kern="1200"/>
            <a:t>Eliminar las Producción unitaria, aquellas de la forma A→B para A y B.</a:t>
          </a:r>
        </a:p>
      </dsp:txBody>
      <dsp:txXfrm>
        <a:off x="5254783" y="717058"/>
        <a:ext cx="2303693" cy="27999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362BC-04BF-43BF-AC81-0A9E81A00AD0}">
      <dsp:nvSpPr>
        <dsp:cNvPr id="0" name=""/>
        <dsp:cNvSpPr/>
      </dsp:nvSpPr>
      <dsp:spPr>
        <a:xfrm>
          <a:off x="36" y="128683"/>
          <a:ext cx="3533068" cy="604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lvl="0" algn="ctr" defTabSz="933450">
            <a:lnSpc>
              <a:spcPct val="90000"/>
            </a:lnSpc>
            <a:spcBef>
              <a:spcPct val="0"/>
            </a:spcBef>
            <a:spcAft>
              <a:spcPct val="35000"/>
            </a:spcAft>
          </a:pPr>
          <a:r>
            <a:rPr lang="es-MX" sz="2100" kern="1200" dirty="0"/>
            <a:t>Paso 1</a:t>
          </a:r>
        </a:p>
      </dsp:txBody>
      <dsp:txXfrm>
        <a:off x="36" y="128683"/>
        <a:ext cx="3533068" cy="604800"/>
      </dsp:txXfrm>
    </dsp:sp>
    <dsp:sp modelId="{16C466F7-8ACE-4930-ABFB-0B26B5211F55}">
      <dsp:nvSpPr>
        <dsp:cNvPr id="0" name=""/>
        <dsp:cNvSpPr/>
      </dsp:nvSpPr>
      <dsp:spPr>
        <a:xfrm>
          <a:off x="36" y="733483"/>
          <a:ext cx="3533068" cy="288225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ctr" defTabSz="933450">
            <a:lnSpc>
              <a:spcPct val="90000"/>
            </a:lnSpc>
            <a:spcBef>
              <a:spcPct val="0"/>
            </a:spcBef>
            <a:spcAft>
              <a:spcPct val="15000"/>
            </a:spcAft>
            <a:buChar char="••"/>
          </a:pPr>
          <a:r>
            <a:rPr lang="es-MX" sz="2100" kern="1200" dirty="0" smtClean="0"/>
            <a:t>Decimos que X es generador si X ⇒ ∗ w para alguna cadena terminal w. Observe que todo símbolo terminal es generador, ya que w puede ser ese mismo símbolo terminal, el cual se obtiene en cero pasos.</a:t>
          </a:r>
          <a:endParaRPr lang="es-MX" sz="2100" kern="1200" dirty="0"/>
        </a:p>
      </dsp:txBody>
      <dsp:txXfrm>
        <a:off x="36" y="733483"/>
        <a:ext cx="3533068" cy="2882250"/>
      </dsp:txXfrm>
    </dsp:sp>
    <dsp:sp modelId="{2E8D8952-64F5-4312-BFB4-FF6B3D1805F3}">
      <dsp:nvSpPr>
        <dsp:cNvPr id="0" name=""/>
        <dsp:cNvSpPr/>
      </dsp:nvSpPr>
      <dsp:spPr>
        <a:xfrm>
          <a:off x="4027734" y="128683"/>
          <a:ext cx="3533068" cy="604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lvl="0" algn="ctr" defTabSz="933450">
            <a:lnSpc>
              <a:spcPct val="90000"/>
            </a:lnSpc>
            <a:spcBef>
              <a:spcPct val="0"/>
            </a:spcBef>
            <a:spcAft>
              <a:spcPct val="35000"/>
            </a:spcAft>
          </a:pPr>
          <a:r>
            <a:rPr lang="es-MX" sz="2100" kern="1200" dirty="0"/>
            <a:t>Paso 2</a:t>
          </a:r>
        </a:p>
      </dsp:txBody>
      <dsp:txXfrm>
        <a:off x="4027734" y="128683"/>
        <a:ext cx="3533068" cy="604800"/>
      </dsp:txXfrm>
    </dsp:sp>
    <dsp:sp modelId="{9559F763-55E4-48D6-9ED9-0E740E89EF60}">
      <dsp:nvSpPr>
        <dsp:cNvPr id="0" name=""/>
        <dsp:cNvSpPr/>
      </dsp:nvSpPr>
      <dsp:spPr>
        <a:xfrm>
          <a:off x="4027734" y="733483"/>
          <a:ext cx="3533068" cy="288225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ctr" defTabSz="933450">
            <a:lnSpc>
              <a:spcPct val="90000"/>
            </a:lnSpc>
            <a:spcBef>
              <a:spcPct val="0"/>
            </a:spcBef>
            <a:spcAft>
              <a:spcPct val="15000"/>
            </a:spcAft>
            <a:buChar char="••"/>
          </a:pPr>
          <a:r>
            <a:rPr lang="es-MX" sz="2100" kern="1200" dirty="0" smtClean="0"/>
            <a:t>Decimos que X es alcanzable si existe una derivación S⇒ ∗ </a:t>
          </a:r>
          <a:r>
            <a:rPr lang="es-MX" sz="2100" kern="1200" dirty="0" err="1" smtClean="0"/>
            <a:t>αXβ</a:t>
          </a:r>
          <a:r>
            <a:rPr lang="es-MX" sz="2100" kern="1200" dirty="0" smtClean="0"/>
            <a:t> para algún α y β .</a:t>
          </a:r>
          <a:endParaRPr lang="es-MX" sz="2100" kern="1200" dirty="0"/>
        </a:p>
        <a:p>
          <a:pPr marL="457200" lvl="2" indent="-228600" algn="l" defTabSz="933450">
            <a:lnSpc>
              <a:spcPct val="90000"/>
            </a:lnSpc>
            <a:spcBef>
              <a:spcPct val="0"/>
            </a:spcBef>
            <a:spcAft>
              <a:spcPct val="15000"/>
            </a:spcAft>
            <a:buChar char="••"/>
          </a:pPr>
          <a:endParaRPr lang="es-MX" sz="2100" kern="1200" dirty="0"/>
        </a:p>
      </dsp:txBody>
      <dsp:txXfrm>
        <a:off x="4027734" y="733483"/>
        <a:ext cx="3533068" cy="288225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74FC0A-93C6-471B-ADF3-5F11CDE65BF5}">
      <dsp:nvSpPr>
        <dsp:cNvPr id="0" name=""/>
        <dsp:cNvSpPr/>
      </dsp:nvSpPr>
      <dsp:spPr>
        <a:xfrm>
          <a:off x="6581" y="278155"/>
          <a:ext cx="1967281" cy="1180368"/>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s-MX" sz="1200" b="0" i="0" u="none" kern="1200" dirty="0" smtClean="0"/>
            <a:t>Las gramáticas libres de contexto permiten describir la mayoría de los lenguajes de programación</a:t>
          </a:r>
          <a:endParaRPr lang="es-MX" sz="1200" b="0" i="0" u="none" kern="1200" dirty="0"/>
        </a:p>
      </dsp:txBody>
      <dsp:txXfrm>
        <a:off x="41153" y="312727"/>
        <a:ext cx="1898137" cy="1111224"/>
      </dsp:txXfrm>
    </dsp:sp>
    <dsp:sp modelId="{61B6F0DE-AF61-471D-BBFC-5D1F53D5C872}">
      <dsp:nvSpPr>
        <dsp:cNvPr id="0" name=""/>
        <dsp:cNvSpPr/>
      </dsp:nvSpPr>
      <dsp:spPr>
        <a:xfrm>
          <a:off x="2146983" y="624396"/>
          <a:ext cx="417063" cy="487885"/>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s-MX" sz="1000" kern="1200"/>
        </a:p>
      </dsp:txBody>
      <dsp:txXfrm>
        <a:off x="2146983" y="721973"/>
        <a:ext cx="291944" cy="292731"/>
      </dsp:txXfrm>
    </dsp:sp>
    <dsp:sp modelId="{BC62B001-26E9-4545-8B34-998703A4441D}">
      <dsp:nvSpPr>
        <dsp:cNvPr id="0" name=""/>
        <dsp:cNvSpPr/>
      </dsp:nvSpPr>
      <dsp:spPr>
        <a:xfrm>
          <a:off x="2760775" y="278155"/>
          <a:ext cx="1967281" cy="1180368"/>
        </a:xfrm>
        <a:prstGeom prst="roundRect">
          <a:avLst>
            <a:gd name="adj" fmla="val 10000"/>
          </a:avLst>
        </a:prstGeom>
        <a:solidFill>
          <a:schemeClr val="accent4">
            <a:hueOff val="2603087"/>
            <a:satOff val="-14800"/>
            <a:lumOff val="47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s-MX" sz="1200" b="0" i="0" u="none" kern="1200" dirty="0" smtClean="0"/>
            <a:t>Son muy útiles e incluso ayudan a poder desarrollar algún programa </a:t>
          </a:r>
          <a:endParaRPr lang="es-MX" sz="1200" b="0" i="0" u="none" kern="1200" dirty="0"/>
        </a:p>
      </dsp:txBody>
      <dsp:txXfrm>
        <a:off x="2795347" y="312727"/>
        <a:ext cx="1898137" cy="1111224"/>
      </dsp:txXfrm>
    </dsp:sp>
    <dsp:sp modelId="{A39C6108-16D4-4448-840A-119EFE5B7561}">
      <dsp:nvSpPr>
        <dsp:cNvPr id="0" name=""/>
        <dsp:cNvSpPr/>
      </dsp:nvSpPr>
      <dsp:spPr>
        <a:xfrm>
          <a:off x="4901177" y="624396"/>
          <a:ext cx="417063" cy="487885"/>
        </a:xfrm>
        <a:prstGeom prst="rightArrow">
          <a:avLst>
            <a:gd name="adj1" fmla="val 60000"/>
            <a:gd name="adj2" fmla="val 50000"/>
          </a:avLst>
        </a:prstGeom>
        <a:solidFill>
          <a:schemeClr val="accent4">
            <a:hueOff val="3470783"/>
            <a:satOff val="-19734"/>
            <a:lumOff val="634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s-MX" sz="1000" kern="1200"/>
        </a:p>
      </dsp:txBody>
      <dsp:txXfrm>
        <a:off x="4901177" y="721973"/>
        <a:ext cx="291944" cy="292731"/>
      </dsp:txXfrm>
    </dsp:sp>
    <dsp:sp modelId="{26E60E9D-4E9B-472E-80AC-CABF9B97B930}">
      <dsp:nvSpPr>
        <dsp:cNvPr id="0" name=""/>
        <dsp:cNvSpPr/>
      </dsp:nvSpPr>
      <dsp:spPr>
        <a:xfrm>
          <a:off x="5514968" y="278155"/>
          <a:ext cx="1967281" cy="1180368"/>
        </a:xfrm>
        <a:prstGeom prst="roundRect">
          <a:avLst>
            <a:gd name="adj" fmla="val 10000"/>
          </a:avLst>
        </a:prstGeom>
        <a:solidFill>
          <a:schemeClr val="accent4">
            <a:hueOff val="5206174"/>
            <a:satOff val="-29601"/>
            <a:lumOff val="951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s-MX" sz="1200" b="0" i="0" u="none" kern="1200" dirty="0" smtClean="0"/>
            <a:t>Debido a su complejidad crean cierta habilidad o facilidad de razonamiento.</a:t>
          </a:r>
          <a:endParaRPr lang="es-MX" sz="1200" b="0" i="0" u="none" kern="1200" dirty="0"/>
        </a:p>
      </dsp:txBody>
      <dsp:txXfrm>
        <a:off x="5549540" y="312727"/>
        <a:ext cx="1898137" cy="1111224"/>
      </dsp:txXfrm>
    </dsp:sp>
    <dsp:sp modelId="{3FE0597E-43F7-4833-8447-43B58BDDEFC4}">
      <dsp:nvSpPr>
        <dsp:cNvPr id="0" name=""/>
        <dsp:cNvSpPr/>
      </dsp:nvSpPr>
      <dsp:spPr>
        <a:xfrm rot="5400000">
          <a:off x="6290077" y="1596233"/>
          <a:ext cx="417063" cy="487885"/>
        </a:xfrm>
        <a:prstGeom prst="rightArrow">
          <a:avLst>
            <a:gd name="adj1" fmla="val 60000"/>
            <a:gd name="adj2" fmla="val 50000"/>
          </a:avLst>
        </a:prstGeom>
        <a:solidFill>
          <a:schemeClr val="accent4">
            <a:hueOff val="6941566"/>
            <a:satOff val="-39468"/>
            <a:lumOff val="1268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s-MX" sz="1000" kern="1200"/>
        </a:p>
      </dsp:txBody>
      <dsp:txXfrm rot="-5400000">
        <a:off x="6352244" y="1631644"/>
        <a:ext cx="292731" cy="291944"/>
      </dsp:txXfrm>
    </dsp:sp>
    <dsp:sp modelId="{6963D080-FA7E-43DF-82D2-5577F6DD51AE}">
      <dsp:nvSpPr>
        <dsp:cNvPr id="0" name=""/>
        <dsp:cNvSpPr/>
      </dsp:nvSpPr>
      <dsp:spPr>
        <a:xfrm>
          <a:off x="5514968" y="2245436"/>
          <a:ext cx="1967281" cy="1180368"/>
        </a:xfrm>
        <a:prstGeom prst="roundRect">
          <a:avLst>
            <a:gd name="adj" fmla="val 10000"/>
          </a:avLst>
        </a:prstGeom>
        <a:solidFill>
          <a:schemeClr val="accent4">
            <a:hueOff val="7809261"/>
            <a:satOff val="-44401"/>
            <a:lumOff val="142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s-MX" sz="1200" b="0" i="0" u="none" kern="1200" dirty="0" smtClean="0"/>
            <a:t>La mayoría de lenguajes de programación está definida mediante gramáticas libres de contexto.</a:t>
          </a:r>
          <a:endParaRPr lang="es-MX" sz="1200" b="0" i="0" u="none" kern="1200" dirty="0"/>
        </a:p>
      </dsp:txBody>
      <dsp:txXfrm>
        <a:off x="5549540" y="2280008"/>
        <a:ext cx="1898137" cy="1111224"/>
      </dsp:txXfrm>
    </dsp:sp>
    <dsp:sp modelId="{D46186C4-212B-4938-8238-E9C2B089621D}">
      <dsp:nvSpPr>
        <dsp:cNvPr id="0" name=""/>
        <dsp:cNvSpPr/>
      </dsp:nvSpPr>
      <dsp:spPr>
        <a:xfrm rot="10800000">
          <a:off x="4924784" y="2591677"/>
          <a:ext cx="417063" cy="487885"/>
        </a:xfrm>
        <a:prstGeom prst="rightArrow">
          <a:avLst>
            <a:gd name="adj1" fmla="val 60000"/>
            <a:gd name="adj2" fmla="val 50000"/>
          </a:avLst>
        </a:prstGeom>
        <a:solidFill>
          <a:schemeClr val="accent4">
            <a:hueOff val="10412348"/>
            <a:satOff val="-59202"/>
            <a:lumOff val="1902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s-MX" sz="1000" kern="1200"/>
        </a:p>
      </dsp:txBody>
      <dsp:txXfrm rot="10800000">
        <a:off x="5049903" y="2689254"/>
        <a:ext cx="291944" cy="292731"/>
      </dsp:txXfrm>
    </dsp:sp>
    <dsp:sp modelId="{5BE5D179-0673-4331-98F1-F6D98FF6E794}">
      <dsp:nvSpPr>
        <dsp:cNvPr id="0" name=""/>
        <dsp:cNvSpPr/>
      </dsp:nvSpPr>
      <dsp:spPr>
        <a:xfrm>
          <a:off x="2760775" y="2245436"/>
          <a:ext cx="1967281" cy="1180368"/>
        </a:xfrm>
        <a:prstGeom prst="roundRect">
          <a:avLst>
            <a:gd name="adj" fmla="val 10000"/>
          </a:avLst>
        </a:prstGeom>
        <a:solidFill>
          <a:schemeClr val="accent4">
            <a:hueOff val="10412348"/>
            <a:satOff val="-59202"/>
            <a:lumOff val="1902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s-MX" sz="1200" b="0" i="0" u="none" kern="1200" dirty="0" smtClean="0"/>
            <a:t>Son suficientemente simples como para permitir el diseño de eficientes algoritmos de análisis sintáctico </a:t>
          </a:r>
          <a:endParaRPr lang="es-MX" sz="1200" b="0" i="0" u="none" kern="1200" dirty="0"/>
        </a:p>
      </dsp:txBody>
      <dsp:txXfrm>
        <a:off x="2795347" y="2280008"/>
        <a:ext cx="1898137" cy="1111224"/>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7#1">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1"/>
      </p:bgRef>
    </p:bg>
    <p:spTree>
      <p:nvGrpSpPr>
        <p:cNvPr id="1" name=""/>
        <p:cNvGrpSpPr/>
        <p:nvPr/>
      </p:nvGrpSpPr>
      <p:grpSpPr>
        <a:xfrm>
          <a:off x="0" y="0"/>
          <a:ext cx="0" cy="0"/>
          <a:chOff x="0" y="0"/>
          <a:chExt cx="0" cy="0"/>
        </a:xfrm>
      </p:grpSpPr>
      <p:sp>
        <p:nvSpPr>
          <p:cNvPr id="8" name="7 Título"/>
          <p:cNvSpPr>
            <a:spLocks noGrp="1"/>
          </p:cNvSpPr>
          <p:nvPr>
            <p:ph type="ctrTitle"/>
          </p:nvPr>
        </p:nvSpPr>
        <p:spPr>
          <a:xfrm>
            <a:off x="2286000" y="3124200"/>
            <a:ext cx="6172200" cy="1894362"/>
          </a:xfrm>
        </p:spPr>
        <p:txBody>
          <a:bodyPr/>
          <a:lstStyle>
            <a:lvl1pPr>
              <a:defRPr b="1"/>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bwMode="auto">
          <a:xfrm rot="5400000">
            <a:off x="7764621" y="1174097"/>
            <a:ext cx="2286000" cy="381000"/>
          </a:xfrm>
        </p:spPr>
        <p:txBody>
          <a:bodyPr/>
          <a:lstStyle/>
          <a:p>
            <a:fld id="{63754FEB-C6CC-4A13-A114-9B2B9CA19DEB}" type="datetimeFigureOut">
              <a:rPr lang="es-MX" smtClean="0"/>
              <a:pPr/>
              <a:t>03/06/2014</a:t>
            </a:fld>
            <a:endParaRPr lang="es-MX"/>
          </a:p>
        </p:txBody>
      </p:sp>
      <p:sp>
        <p:nvSpPr>
          <p:cNvPr id="17" name="16 Marcador de pie de página"/>
          <p:cNvSpPr>
            <a:spLocks noGrp="1"/>
          </p:cNvSpPr>
          <p:nvPr>
            <p:ph type="ftr" sz="quarter" idx="11"/>
          </p:nvPr>
        </p:nvSpPr>
        <p:spPr bwMode="auto">
          <a:xfrm rot="5400000">
            <a:off x="7077269" y="4181669"/>
            <a:ext cx="3657600" cy="384048"/>
          </a:xfrm>
        </p:spPr>
        <p:txBody>
          <a:bodyPr/>
          <a:lstStyle/>
          <a:p>
            <a:endParaRPr lang="es-MX"/>
          </a:p>
        </p:txBody>
      </p:sp>
      <p:sp>
        <p:nvSpPr>
          <p:cNvPr id="10" name="9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19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21 Conector recto"/>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26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23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Elipse"/>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24 Elipse"/>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28 Marcador de número de diapositiva"/>
          <p:cNvSpPr>
            <a:spLocks noGrp="1"/>
          </p:cNvSpPr>
          <p:nvPr>
            <p:ph type="sldNum" sz="quarter" idx="12"/>
          </p:nvPr>
        </p:nvSpPr>
        <p:spPr bwMode="auto">
          <a:xfrm>
            <a:off x="1325544" y="4928702"/>
            <a:ext cx="609600" cy="517524"/>
          </a:xfrm>
        </p:spPr>
        <p:txBody>
          <a:bodyPr/>
          <a:lstStyle/>
          <a:p>
            <a:fld id="{392248FC-64DA-4A6E-94F8-B4DD20B02CAB}" type="slidenum">
              <a:rPr lang="es-MX" smtClean="0"/>
              <a:pPr/>
              <a:t>‹Nº›</a:t>
            </a:fld>
            <a:endParaRPr lang="es-MX"/>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8" name="7 Marcador de contenido"/>
          <p:cNvSpPr>
            <a:spLocks noGrp="1"/>
          </p:cNvSpPr>
          <p:nvPr>
            <p:ph sz="quarter" idx="1"/>
          </p:nvPr>
        </p:nvSpPr>
        <p:spPr>
          <a:xfrm>
            <a:off x="457200" y="1600200"/>
            <a:ext cx="7467600" cy="4873752"/>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4"/>
          </p:nvPr>
        </p:nvSpPr>
        <p:spPr/>
        <p:txBody>
          <a:bodyPr rtlCol="0"/>
          <a:lstStyle/>
          <a:p>
            <a:fld id="{63754FEB-C6CC-4A13-A114-9B2B9CA19DEB}" type="datetimeFigureOut">
              <a:rPr lang="es-MX" smtClean="0"/>
              <a:pPr/>
              <a:t>03/06/2014</a:t>
            </a:fld>
            <a:endParaRPr lang="es-MX"/>
          </a:p>
        </p:txBody>
      </p:sp>
      <p:sp>
        <p:nvSpPr>
          <p:cNvPr id="9" name="8 Marcador de número de diapositiva"/>
          <p:cNvSpPr>
            <a:spLocks noGrp="1"/>
          </p:cNvSpPr>
          <p:nvPr>
            <p:ph type="sldNum" sz="quarter" idx="15"/>
          </p:nvPr>
        </p:nvSpPr>
        <p:spPr/>
        <p:txBody>
          <a:bodyPr rtlCol="0"/>
          <a:lstStyle/>
          <a:p>
            <a:fld id="{392248FC-64DA-4A6E-94F8-B4DD20B02CAB}" type="slidenum">
              <a:rPr lang="es-MX" smtClean="0"/>
              <a:pPr/>
              <a:t>‹Nº›</a:t>
            </a:fld>
            <a:endParaRPr lang="es-MX"/>
          </a:p>
        </p:txBody>
      </p:sp>
      <p:sp>
        <p:nvSpPr>
          <p:cNvPr id="10" name="9 Marcador de pie de página"/>
          <p:cNvSpPr>
            <a:spLocks noGrp="1"/>
          </p:cNvSpPr>
          <p:nvPr>
            <p:ph type="ftr" sz="quarter" idx="16"/>
          </p:nvPr>
        </p:nvSpPr>
        <p:spPr/>
        <p:txBody>
          <a:bodyPr rtlCol="0"/>
          <a:lstStyle/>
          <a:p>
            <a:endParaRPr lang="es-MX"/>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286000" y="2895600"/>
            <a:ext cx="6172200" cy="2053590"/>
          </a:xfrm>
        </p:spPr>
        <p:txBody>
          <a:bodyPr/>
          <a:lstStyle>
            <a:lvl1pPr algn="l">
              <a:buNone/>
              <a:defRPr sz="3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bwMode="auto">
          <a:xfrm rot="5400000">
            <a:off x="7763256" y="1170432"/>
            <a:ext cx="2286000" cy="381000"/>
          </a:xfrm>
        </p:spPr>
        <p:txBody>
          <a:bodyPr/>
          <a:lstStyle/>
          <a:p>
            <a:fld id="{63754FEB-C6CC-4A13-A114-9B2B9CA19DEB}" type="datetimeFigureOut">
              <a:rPr lang="es-MX" smtClean="0"/>
              <a:pPr/>
              <a:t>03/06/2014</a:t>
            </a:fld>
            <a:endParaRPr lang="es-MX"/>
          </a:p>
        </p:txBody>
      </p:sp>
      <p:sp>
        <p:nvSpPr>
          <p:cNvPr id="5" name="4 Marcador de pie de página"/>
          <p:cNvSpPr>
            <a:spLocks noGrp="1"/>
          </p:cNvSpPr>
          <p:nvPr>
            <p:ph type="ftr" sz="quarter" idx="11"/>
          </p:nvPr>
        </p:nvSpPr>
        <p:spPr bwMode="auto">
          <a:xfrm rot="5400000">
            <a:off x="7077456" y="4178808"/>
            <a:ext cx="3657600" cy="384048"/>
          </a:xfrm>
        </p:spPr>
        <p:txBody>
          <a:bodyPr/>
          <a:lstStyle/>
          <a:p>
            <a:endParaRPr lang="es-MX"/>
          </a:p>
        </p:txBody>
      </p:sp>
      <p:sp>
        <p:nvSpPr>
          <p:cNvPr id="9" name="8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16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18 Elipse"/>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19 Elipse"/>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Elipse"/>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Conector recto"/>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Marcador de número de diapositiva"/>
          <p:cNvSpPr>
            <a:spLocks noGrp="1"/>
          </p:cNvSpPr>
          <p:nvPr>
            <p:ph type="sldNum" sz="quarter" idx="12"/>
          </p:nvPr>
        </p:nvSpPr>
        <p:spPr bwMode="auto">
          <a:xfrm>
            <a:off x="1340616" y="4928702"/>
            <a:ext cx="609600" cy="517524"/>
          </a:xfrm>
        </p:spPr>
        <p:txBody>
          <a:bodyPr/>
          <a:lstStyle/>
          <a:p>
            <a:fld id="{392248FC-64DA-4A6E-94F8-B4DD20B02CAB}" type="slidenum">
              <a:rPr lang="es-MX" smtClean="0"/>
              <a:pPr/>
              <a:t>‹Nº›</a:t>
            </a:fld>
            <a:endParaRPr lang="es-MX"/>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63754FEB-C6CC-4A13-A114-9B2B9CA19DEB}" type="datetimeFigureOut">
              <a:rPr lang="es-MX" smtClean="0"/>
              <a:pPr/>
              <a:t>03/06/2014</a:t>
            </a:fld>
            <a:endParaRPr lang="es-MX"/>
          </a:p>
        </p:txBody>
      </p:sp>
      <p:sp>
        <p:nvSpPr>
          <p:cNvPr id="6" name="5 Marcador de pie de página"/>
          <p:cNvSpPr>
            <a:spLocks noGrp="1"/>
          </p:cNvSpPr>
          <p:nvPr>
            <p:ph type="ftr" sz="quarter" idx="11"/>
          </p:nvPr>
        </p:nvSpPr>
        <p:spPr/>
        <p:txBody>
          <a:bodyPr/>
          <a:lstStyle/>
          <a:p>
            <a:endParaRPr lang="es-MX"/>
          </a:p>
        </p:txBody>
      </p:sp>
      <p:sp>
        <p:nvSpPr>
          <p:cNvPr id="7" name="6 Marcador de número de diapositiva"/>
          <p:cNvSpPr>
            <a:spLocks noGrp="1"/>
          </p:cNvSpPr>
          <p:nvPr>
            <p:ph type="sldNum" sz="quarter" idx="12"/>
          </p:nvPr>
        </p:nvSpPr>
        <p:spPr/>
        <p:txBody>
          <a:bodyPr/>
          <a:lstStyle/>
          <a:p>
            <a:fld id="{392248FC-64DA-4A6E-94F8-B4DD20B02CAB}" type="slidenum">
              <a:rPr lang="es-MX" smtClean="0"/>
              <a:pPr/>
              <a:t>‹Nº›</a:t>
            </a:fld>
            <a:endParaRPr lang="es-MX"/>
          </a:p>
        </p:txBody>
      </p:sp>
      <p:sp>
        <p:nvSpPr>
          <p:cNvPr id="9" name="8 Marcador de contenido"/>
          <p:cNvSpPr>
            <a:spLocks noGrp="1"/>
          </p:cNvSpPr>
          <p:nvPr>
            <p:ph sz="quarter" idx="1"/>
          </p:nvPr>
        </p:nvSpPr>
        <p:spPr>
          <a:xfrm>
            <a:off x="457200"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270248"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7543800" cy="1143000"/>
          </a:xfrm>
        </p:spPr>
        <p:txBody>
          <a:bodyPr anchor="b"/>
          <a:lstStyle>
            <a:lvl1pPr>
              <a:defRPr/>
            </a:lvl1pPr>
          </a:lstStyle>
          <a:p>
            <a:r>
              <a:rPr kumimoji="0" lang="es-ES" smtClean="0"/>
              <a:t>Haga clic para modificar el estilo de título del patrón</a:t>
            </a:r>
            <a:endParaRPr kumimoji="0" lang="en-US"/>
          </a:p>
        </p:txBody>
      </p:sp>
      <p:sp>
        <p:nvSpPr>
          <p:cNvPr id="7" name="6 Marcador de fecha"/>
          <p:cNvSpPr>
            <a:spLocks noGrp="1"/>
          </p:cNvSpPr>
          <p:nvPr>
            <p:ph type="dt" sz="half" idx="10"/>
          </p:nvPr>
        </p:nvSpPr>
        <p:spPr/>
        <p:txBody>
          <a:bodyPr/>
          <a:lstStyle/>
          <a:p>
            <a:fld id="{63754FEB-C6CC-4A13-A114-9B2B9CA19DEB}" type="datetimeFigureOut">
              <a:rPr lang="es-MX" smtClean="0"/>
              <a:pPr/>
              <a:t>03/06/2014</a:t>
            </a:fld>
            <a:endParaRPr lang="es-MX"/>
          </a:p>
        </p:txBody>
      </p:sp>
      <p:sp>
        <p:nvSpPr>
          <p:cNvPr id="8" name="7 Marcador de pie de página"/>
          <p:cNvSpPr>
            <a:spLocks noGrp="1"/>
          </p:cNvSpPr>
          <p:nvPr>
            <p:ph type="ftr" sz="quarter" idx="11"/>
          </p:nvPr>
        </p:nvSpPr>
        <p:spPr/>
        <p:txBody>
          <a:bodyPr/>
          <a:lstStyle/>
          <a:p>
            <a:endParaRPr lang="es-MX"/>
          </a:p>
        </p:txBody>
      </p:sp>
      <p:sp>
        <p:nvSpPr>
          <p:cNvPr id="9" name="8 Marcador de número de diapositiva"/>
          <p:cNvSpPr>
            <a:spLocks noGrp="1"/>
          </p:cNvSpPr>
          <p:nvPr>
            <p:ph type="sldNum" sz="quarter" idx="12"/>
          </p:nvPr>
        </p:nvSpPr>
        <p:spPr/>
        <p:txBody>
          <a:bodyPr/>
          <a:lstStyle/>
          <a:p>
            <a:fld id="{392248FC-64DA-4A6E-94F8-B4DD20B02CAB}" type="slidenum">
              <a:rPr lang="es-MX" smtClean="0"/>
              <a:pPr/>
              <a:t>‹Nº›</a:t>
            </a:fld>
            <a:endParaRPr lang="es-MX"/>
          </a:p>
        </p:txBody>
      </p:sp>
      <p:sp>
        <p:nvSpPr>
          <p:cNvPr id="11" name="10 Marcador de contenido"/>
          <p:cNvSpPr>
            <a:spLocks noGrp="1"/>
          </p:cNvSpPr>
          <p:nvPr>
            <p:ph sz="quarter" idx="2"/>
          </p:nvPr>
        </p:nvSpPr>
        <p:spPr>
          <a:xfrm>
            <a:off x="457200"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quarter" idx="4"/>
          </p:nvPr>
        </p:nvSpPr>
        <p:spPr>
          <a:xfrm>
            <a:off x="4371975"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2" name="11 Marcador de texto"/>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
        <p:nvSpPr>
          <p:cNvPr id="14" name="13 Marcador de texto"/>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6" name="5 Marcador de fecha"/>
          <p:cNvSpPr>
            <a:spLocks noGrp="1"/>
          </p:cNvSpPr>
          <p:nvPr>
            <p:ph type="dt" sz="half" idx="10"/>
          </p:nvPr>
        </p:nvSpPr>
        <p:spPr/>
        <p:txBody>
          <a:bodyPr rtlCol="0"/>
          <a:lstStyle/>
          <a:p>
            <a:fld id="{63754FEB-C6CC-4A13-A114-9B2B9CA19DEB}" type="datetimeFigureOut">
              <a:rPr lang="es-MX" smtClean="0"/>
              <a:pPr/>
              <a:t>03/06/2014</a:t>
            </a:fld>
            <a:endParaRPr lang="es-MX"/>
          </a:p>
        </p:txBody>
      </p:sp>
      <p:sp>
        <p:nvSpPr>
          <p:cNvPr id="7" name="6 Marcador de número de diapositiva"/>
          <p:cNvSpPr>
            <a:spLocks noGrp="1"/>
          </p:cNvSpPr>
          <p:nvPr>
            <p:ph type="sldNum" sz="quarter" idx="11"/>
          </p:nvPr>
        </p:nvSpPr>
        <p:spPr/>
        <p:txBody>
          <a:bodyPr rtlCol="0"/>
          <a:lstStyle/>
          <a:p>
            <a:fld id="{392248FC-64DA-4A6E-94F8-B4DD20B02CAB}" type="slidenum">
              <a:rPr lang="es-MX" smtClean="0"/>
              <a:pPr/>
              <a:t>‹Nº›</a:t>
            </a:fld>
            <a:endParaRPr lang="es-MX"/>
          </a:p>
        </p:txBody>
      </p:sp>
      <p:sp>
        <p:nvSpPr>
          <p:cNvPr id="8" name="7 Marcador de pie de página"/>
          <p:cNvSpPr>
            <a:spLocks noGrp="1"/>
          </p:cNvSpPr>
          <p:nvPr>
            <p:ph type="ftr" sz="quarter" idx="12"/>
          </p:nvPr>
        </p:nvSpPr>
        <p:spPr/>
        <p:txBody>
          <a:bodyPr rtlCol="0"/>
          <a:lstStyle/>
          <a:p>
            <a:endParaRPr lang="es-MX"/>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63754FEB-C6CC-4A13-A114-9B2B9CA19DEB}" type="datetimeFigureOut">
              <a:rPr lang="es-MX" smtClean="0"/>
              <a:pPr/>
              <a:t>03/06/2014</a:t>
            </a:fld>
            <a:endParaRPr lang="es-MX"/>
          </a:p>
        </p:txBody>
      </p:sp>
      <p:sp>
        <p:nvSpPr>
          <p:cNvPr id="3" name="2 Marcador de pie de página"/>
          <p:cNvSpPr>
            <a:spLocks noGrp="1"/>
          </p:cNvSpPr>
          <p:nvPr>
            <p:ph type="ftr" sz="quarter" idx="11"/>
          </p:nvPr>
        </p:nvSpPr>
        <p:spPr/>
        <p:txBody>
          <a:bodyPr/>
          <a:lstStyle/>
          <a:p>
            <a:endParaRPr lang="es-MX"/>
          </a:p>
        </p:txBody>
      </p:sp>
      <p:sp>
        <p:nvSpPr>
          <p:cNvPr id="4" name="3 Marcador de número de diapositiva"/>
          <p:cNvSpPr>
            <a:spLocks noGrp="1"/>
          </p:cNvSpPr>
          <p:nvPr>
            <p:ph type="sldNum" sz="quarter" idx="12"/>
          </p:nvPr>
        </p:nvSpPr>
        <p:spPr/>
        <p:txBody>
          <a:bodyPr/>
          <a:lstStyle/>
          <a:p>
            <a:fld id="{392248FC-64DA-4A6E-94F8-B4DD20B02CAB}" type="slidenum">
              <a:rPr lang="es-MX" smtClean="0"/>
              <a:pPr/>
              <a:t>‹Nº›</a:t>
            </a:fld>
            <a:endParaRPr lang="es-MX"/>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1">
        <a:schemeClr val="bg1"/>
      </p:bgRef>
    </p:bg>
    <p:spTree>
      <p:nvGrpSpPr>
        <p:cNvPr id="1" name=""/>
        <p:cNvGrpSpPr/>
        <p:nvPr/>
      </p:nvGrpSpPr>
      <p:grpSpPr>
        <a:xfrm>
          <a:off x="0" y="0"/>
          <a:ext cx="0" cy="0"/>
          <a:chOff x="0" y="0"/>
          <a:chExt cx="0" cy="0"/>
        </a:xfrm>
      </p:grpSpPr>
      <p:sp>
        <p:nvSpPr>
          <p:cNvPr id="10" name="9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1 Título"/>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8" name="7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17 Marcador de contenido"/>
          <p:cNvSpPr>
            <a:spLocks noGrp="1"/>
          </p:cNvSpPr>
          <p:nvPr>
            <p:ph sz="quarter" idx="1"/>
          </p:nvPr>
        </p:nvSpPr>
        <p:spPr>
          <a:xfrm>
            <a:off x="304800" y="274320"/>
            <a:ext cx="5638800" cy="6327648"/>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1" name="20 Marcador de fecha"/>
          <p:cNvSpPr>
            <a:spLocks noGrp="1"/>
          </p:cNvSpPr>
          <p:nvPr>
            <p:ph type="dt" sz="half" idx="14"/>
          </p:nvPr>
        </p:nvSpPr>
        <p:spPr/>
        <p:txBody>
          <a:bodyPr rtlCol="0"/>
          <a:lstStyle/>
          <a:p>
            <a:fld id="{63754FEB-C6CC-4A13-A114-9B2B9CA19DEB}" type="datetimeFigureOut">
              <a:rPr lang="es-MX" smtClean="0"/>
              <a:pPr/>
              <a:t>03/06/2014</a:t>
            </a:fld>
            <a:endParaRPr lang="es-MX"/>
          </a:p>
        </p:txBody>
      </p:sp>
      <p:sp>
        <p:nvSpPr>
          <p:cNvPr id="22" name="21 Marcador de número de diapositiva"/>
          <p:cNvSpPr>
            <a:spLocks noGrp="1"/>
          </p:cNvSpPr>
          <p:nvPr>
            <p:ph type="sldNum" sz="quarter" idx="15"/>
          </p:nvPr>
        </p:nvSpPr>
        <p:spPr/>
        <p:txBody>
          <a:bodyPr rtlCol="0"/>
          <a:lstStyle/>
          <a:p>
            <a:fld id="{392248FC-64DA-4A6E-94F8-B4DD20B02CAB}" type="slidenum">
              <a:rPr lang="es-MX" smtClean="0"/>
              <a:pPr/>
              <a:t>‹Nº›</a:t>
            </a:fld>
            <a:endParaRPr lang="es-MX"/>
          </a:p>
        </p:txBody>
      </p:sp>
      <p:sp>
        <p:nvSpPr>
          <p:cNvPr id="23" name="22 Marcador de pie de página"/>
          <p:cNvSpPr>
            <a:spLocks noGrp="1"/>
          </p:cNvSpPr>
          <p:nvPr>
            <p:ph type="ftr" sz="quarter" idx="16"/>
          </p:nvPr>
        </p:nvSpPr>
        <p:spPr/>
        <p:txBody>
          <a:bodyPr rtlCol="0"/>
          <a:lstStyle/>
          <a:p>
            <a:endParaRPr lang="es-MX"/>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8 Conector recto"/>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rot="5400000">
            <a:off x="3350133" y="3200400"/>
            <a:ext cx="6309360" cy="457200"/>
          </a:xfrm>
        </p:spPr>
        <p:txBody>
          <a:bodyPr anchor="b"/>
          <a:lstStyle>
            <a:lvl1pPr algn="l">
              <a:buNone/>
              <a:defRPr sz="2000" b="1"/>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10" name="9 Conector recto"/>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Rectángulo"/>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18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19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16 Marcador de fecha"/>
          <p:cNvSpPr>
            <a:spLocks noGrp="1"/>
          </p:cNvSpPr>
          <p:nvPr>
            <p:ph type="dt" sz="half" idx="10"/>
          </p:nvPr>
        </p:nvSpPr>
        <p:spPr/>
        <p:txBody>
          <a:bodyPr rtlCol="0"/>
          <a:lstStyle/>
          <a:p>
            <a:fld id="{63754FEB-C6CC-4A13-A114-9B2B9CA19DEB}" type="datetimeFigureOut">
              <a:rPr lang="es-MX" smtClean="0"/>
              <a:pPr/>
              <a:t>03/06/2014</a:t>
            </a:fld>
            <a:endParaRPr lang="es-MX"/>
          </a:p>
        </p:txBody>
      </p:sp>
      <p:sp>
        <p:nvSpPr>
          <p:cNvPr id="18" name="17 Marcador de número de diapositiva"/>
          <p:cNvSpPr>
            <a:spLocks noGrp="1"/>
          </p:cNvSpPr>
          <p:nvPr>
            <p:ph type="sldNum" sz="quarter" idx="11"/>
          </p:nvPr>
        </p:nvSpPr>
        <p:spPr/>
        <p:txBody>
          <a:bodyPr rtlCol="0"/>
          <a:lstStyle/>
          <a:p>
            <a:fld id="{392248FC-64DA-4A6E-94F8-B4DD20B02CAB}" type="slidenum">
              <a:rPr lang="es-MX" smtClean="0"/>
              <a:pPr/>
              <a:t>‹Nº›</a:t>
            </a:fld>
            <a:endParaRPr lang="es-MX"/>
          </a:p>
        </p:txBody>
      </p:sp>
      <p:sp>
        <p:nvSpPr>
          <p:cNvPr id="21" name="20 Marcador de pie de página"/>
          <p:cNvSpPr>
            <a:spLocks noGrp="1"/>
          </p:cNvSpPr>
          <p:nvPr>
            <p:ph type="ftr" sz="quarter" idx="12"/>
          </p:nvPr>
        </p:nvSpPr>
        <p:spPr/>
        <p:txBody>
          <a:bodyPr rtlCol="0"/>
          <a:lstStyle/>
          <a:p>
            <a:endParaRPr lang="es-MX"/>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63754FEB-C6CC-4A13-A114-9B2B9CA19DEB}" type="datetimeFigureOut">
              <a:rPr lang="es-MX" smtClean="0"/>
              <a:pPr/>
              <a:t>03/06/2014</a:t>
            </a:fld>
            <a:endParaRPr lang="es-MX"/>
          </a:p>
        </p:txBody>
      </p:sp>
      <p:sp>
        <p:nvSpPr>
          <p:cNvPr id="5" name="4 Marcador de pie de página"/>
          <p:cNvSpPr>
            <a:spLocks noGrp="1"/>
          </p:cNvSpPr>
          <p:nvPr>
            <p:ph type="ftr" sz="quarter" idx="11"/>
          </p:nvPr>
        </p:nvSpPr>
        <p:spPr/>
        <p:txBody>
          <a:bodyPr/>
          <a:lstStyle/>
          <a:p>
            <a:endParaRPr lang="es-MX"/>
          </a:p>
        </p:txBody>
      </p:sp>
      <p:sp>
        <p:nvSpPr>
          <p:cNvPr id="6" name="5 Marcador de número de diapositiva"/>
          <p:cNvSpPr>
            <a:spLocks noGrp="1"/>
          </p:cNvSpPr>
          <p:nvPr>
            <p:ph type="sldNum" sz="quarter" idx="12"/>
          </p:nvPr>
        </p:nvSpPr>
        <p:spPr/>
        <p:txBody>
          <a:bodyPr/>
          <a:lstStyle/>
          <a:p>
            <a:fld id="{392248FC-64DA-4A6E-94F8-B4DD20B02CAB}" type="slidenum">
              <a:rPr lang="es-MX" smtClean="0"/>
              <a:pPr/>
              <a:t>‹Nº›</a:t>
            </a:fld>
            <a:endParaRPr lang="es-MX"/>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9"/>
            <a:ext cx="167640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63754FEB-C6CC-4A13-A114-9B2B9CA19DEB}" type="datetimeFigureOut">
              <a:rPr lang="es-MX" smtClean="0"/>
              <a:pPr/>
              <a:t>03/06/2014</a:t>
            </a:fld>
            <a:endParaRPr lang="es-MX"/>
          </a:p>
        </p:txBody>
      </p:sp>
      <p:sp>
        <p:nvSpPr>
          <p:cNvPr id="5" name="4 Marcador de pie de página"/>
          <p:cNvSpPr>
            <a:spLocks noGrp="1"/>
          </p:cNvSpPr>
          <p:nvPr>
            <p:ph type="ftr" sz="quarter" idx="11"/>
          </p:nvPr>
        </p:nvSpPr>
        <p:spPr/>
        <p:txBody>
          <a:bodyPr/>
          <a:lstStyle/>
          <a:p>
            <a:endParaRPr lang="es-MX"/>
          </a:p>
        </p:txBody>
      </p:sp>
      <p:sp>
        <p:nvSpPr>
          <p:cNvPr id="6" name="5 Marcador de número de diapositiva"/>
          <p:cNvSpPr>
            <a:spLocks noGrp="1"/>
          </p:cNvSpPr>
          <p:nvPr>
            <p:ph type="sldNum" sz="quarter" idx="12"/>
          </p:nvPr>
        </p:nvSpPr>
        <p:spPr/>
        <p:txBody>
          <a:bodyPr/>
          <a:lstStyle/>
          <a:p>
            <a:fld id="{392248FC-64DA-4A6E-94F8-B4DD20B02CAB}" type="slidenum">
              <a:rPr lang="es-MX" smtClean="0"/>
              <a:pPr/>
              <a:t>‹Nº›</a:t>
            </a:fld>
            <a:endParaRPr lang="es-MX"/>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21 Marcador de título"/>
          <p:cNvSpPr>
            <a:spLocks noGrp="1"/>
          </p:cNvSpPr>
          <p:nvPr>
            <p:ph type="title"/>
          </p:nvPr>
        </p:nvSpPr>
        <p:spPr>
          <a:xfrm>
            <a:off x="457200" y="274638"/>
            <a:ext cx="7467600" cy="1143000"/>
          </a:xfrm>
          <a:prstGeom prst="rect">
            <a:avLst/>
          </a:prstGeom>
        </p:spPr>
        <p:txBody>
          <a:bodyPr vert="horz" anchor="b">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63754FEB-C6CC-4A13-A114-9B2B9CA19DEB}" type="datetimeFigureOut">
              <a:rPr lang="es-MX" smtClean="0"/>
              <a:pPr/>
              <a:t>03/06/2014</a:t>
            </a:fld>
            <a:endParaRPr lang="es-MX"/>
          </a:p>
        </p:txBody>
      </p:sp>
      <p:sp>
        <p:nvSpPr>
          <p:cNvPr id="3" name="2 Marcador de pie de página"/>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s-MX"/>
          </a:p>
        </p:txBody>
      </p:sp>
      <p:sp>
        <p:nvSpPr>
          <p:cNvPr id="7" name="6 Conector recto"/>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Marcador de número de diapositiva"/>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92248FC-64DA-4A6E-94F8-B4DD20B02CAB}" type="slidenum">
              <a:rPr lang="es-MX" smtClean="0"/>
              <a:pPr/>
              <a:t>‹Nº›</a:t>
            </a:fld>
            <a:endParaRPr lang="es-MX"/>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63.xml.rels><?xml version="1.0" encoding="UTF-8" standalone="yes"?>
<Relationships xmlns="http://schemas.openxmlformats.org/package/2006/relationships"><Relationship Id="rId3" Type="http://schemas.openxmlformats.org/officeDocument/2006/relationships/hyperlink" Target="http://www.exa.unicen.edu.ar/catedras/ccomp1/Apunte5.pdf" TargetMode="External"/><Relationship Id="rId2" Type="http://schemas.openxmlformats.org/officeDocument/2006/relationships/hyperlink" Target="http://www.virtual.unal.edu.co/cursos/ciencias/2001018/lecciones/Cap4s3.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radioamlo.org/wp-content/uploads/ipn.jpg"/>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7584" y="548680"/>
            <a:ext cx="1115367" cy="1637881"/>
          </a:xfrm>
          <a:prstGeom prst="rect">
            <a:avLst/>
          </a:prstGeom>
          <a:noFill/>
          <a:ln>
            <a:noFill/>
          </a:ln>
        </p:spPr>
      </p:pic>
      <p:pic>
        <p:nvPicPr>
          <p:cNvPr id="5" name="4 Imagen" descr="http://www.monografias.com/trabajos12/hlaunid/Image2114.gif"/>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04248" y="4653136"/>
            <a:ext cx="1317380" cy="1607736"/>
          </a:xfrm>
          <a:prstGeom prst="rect">
            <a:avLst/>
          </a:prstGeom>
          <a:noFill/>
          <a:ln>
            <a:noFill/>
          </a:ln>
        </p:spPr>
      </p:pic>
      <p:sp>
        <p:nvSpPr>
          <p:cNvPr id="2049" name="Rectangle 1"/>
          <p:cNvSpPr>
            <a:spLocks noChangeArrowheads="1"/>
          </p:cNvSpPr>
          <p:nvPr/>
        </p:nvSpPr>
        <p:spPr bwMode="auto">
          <a:xfrm>
            <a:off x="1691680" y="2771058"/>
            <a:ext cx="5688632" cy="200054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MX" sz="2400" b="1" i="0" u="none" strike="noStrike" cap="none" normalizeH="0" baseline="0" dirty="0" smtClean="0">
                <a:ln>
                  <a:noFill/>
                </a:ln>
                <a:solidFill>
                  <a:schemeClr val="tx1"/>
                </a:solidFill>
                <a:effectLst/>
                <a:latin typeface="Aparajita" pitchFamily="34" charset="0"/>
                <a:ea typeface="Calibri" pitchFamily="34" charset="0"/>
                <a:cs typeface="Aparajita" pitchFamily="34" charset="0"/>
              </a:rPr>
              <a:t>Integrantes:</a:t>
            </a:r>
            <a:endParaRPr kumimoji="0" lang="es-MX" sz="1400" b="1" i="0" u="none" strike="noStrike" cap="none" normalizeH="0" baseline="0" dirty="0" smtClean="0">
              <a:ln>
                <a:noFill/>
              </a:ln>
              <a:solidFill>
                <a:schemeClr val="tx1"/>
              </a:solidFill>
              <a:effectLst/>
              <a:latin typeface="Aparajita" pitchFamily="34" charset="0"/>
              <a:cs typeface="Aparajita"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sz="2400" b="1" i="0" u="none" strike="noStrike" cap="none" normalizeH="0" baseline="0" dirty="0" smtClean="0">
                <a:ln>
                  <a:noFill/>
                </a:ln>
                <a:solidFill>
                  <a:schemeClr val="tx1"/>
                </a:solidFill>
                <a:effectLst/>
                <a:latin typeface="Aparajita" pitchFamily="34" charset="0"/>
                <a:ea typeface="Calibri" pitchFamily="34" charset="0"/>
                <a:cs typeface="Aparajita" pitchFamily="34" charset="0"/>
              </a:rPr>
              <a:t>AGUILAR CASTAÑEDA ABEL ISRAEL</a:t>
            </a:r>
            <a:endParaRPr kumimoji="0" lang="es-MX" sz="1400" b="1" i="0" u="none" strike="noStrike" cap="none" normalizeH="0" baseline="0" dirty="0" smtClean="0">
              <a:ln>
                <a:noFill/>
              </a:ln>
              <a:solidFill>
                <a:schemeClr val="tx1"/>
              </a:solidFill>
              <a:effectLst/>
              <a:latin typeface="Aparajita" pitchFamily="34" charset="0"/>
              <a:cs typeface="Aparajita"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sz="2400" b="1" i="0" u="none" strike="noStrike" cap="none" normalizeH="0" baseline="0" dirty="0" smtClean="0">
                <a:ln>
                  <a:noFill/>
                </a:ln>
                <a:solidFill>
                  <a:schemeClr val="tx1"/>
                </a:solidFill>
                <a:effectLst/>
                <a:latin typeface="Aparajita" pitchFamily="34" charset="0"/>
                <a:ea typeface="Calibri" pitchFamily="34" charset="0"/>
                <a:cs typeface="Aparajita" pitchFamily="34" charset="0"/>
              </a:rPr>
              <a:t>PADILLA SANTA CARLO GILMAR</a:t>
            </a:r>
            <a:endParaRPr kumimoji="0" lang="es-MX" sz="1400" b="1" i="0" u="none" strike="noStrike" cap="none" normalizeH="0" baseline="0" dirty="0" smtClean="0">
              <a:ln>
                <a:noFill/>
              </a:ln>
              <a:solidFill>
                <a:schemeClr val="tx1"/>
              </a:solidFill>
              <a:effectLst/>
              <a:latin typeface="Aparajita" pitchFamily="34" charset="0"/>
              <a:cs typeface="Aparajita"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sz="2400" b="1" i="0" u="none" strike="noStrike" cap="none" normalizeH="0" baseline="0" dirty="0" smtClean="0">
                <a:ln>
                  <a:noFill/>
                </a:ln>
                <a:solidFill>
                  <a:schemeClr val="tx1"/>
                </a:solidFill>
                <a:effectLst/>
                <a:latin typeface="Aparajita" pitchFamily="34" charset="0"/>
                <a:ea typeface="Calibri" pitchFamily="34" charset="0"/>
                <a:cs typeface="Aparajita" pitchFamily="34" charset="0"/>
              </a:rPr>
              <a:t>ROJAS LÓPEZ VANESSA</a:t>
            </a:r>
            <a:endParaRPr kumimoji="0" lang="es-MX" sz="1400" b="1" i="0" u="none" strike="noStrike" cap="none" normalizeH="0" baseline="0" dirty="0" smtClean="0">
              <a:ln>
                <a:noFill/>
              </a:ln>
              <a:solidFill>
                <a:schemeClr val="tx1"/>
              </a:solidFill>
              <a:effectLst/>
              <a:latin typeface="Aparajita" pitchFamily="34" charset="0"/>
              <a:cs typeface="Aparajita"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sz="2400" b="1" i="0" u="none" strike="noStrike" cap="none" normalizeH="0" baseline="0" dirty="0" smtClean="0">
                <a:ln>
                  <a:noFill/>
                </a:ln>
                <a:solidFill>
                  <a:schemeClr val="tx1"/>
                </a:solidFill>
                <a:effectLst/>
                <a:latin typeface="Aparajita" pitchFamily="34" charset="0"/>
                <a:ea typeface="Calibri" pitchFamily="34" charset="0"/>
                <a:cs typeface="Aparajita" pitchFamily="34" charset="0"/>
              </a:rPr>
              <a:t>ROJAS TAVERA OSCAR YOVANY</a:t>
            </a:r>
            <a:endParaRPr kumimoji="0" lang="es-MX" sz="3600" b="1" i="0" u="none" strike="noStrike" cap="none" normalizeH="0" baseline="0" dirty="0" smtClean="0">
              <a:ln>
                <a:noFill/>
              </a:ln>
              <a:solidFill>
                <a:schemeClr val="tx1"/>
              </a:solidFill>
              <a:effectLst/>
              <a:latin typeface="Aparajita" pitchFamily="34" charset="0"/>
              <a:cs typeface="Aparajita" pitchFamily="34" charset="0"/>
            </a:endParaRPr>
          </a:p>
        </p:txBody>
      </p:sp>
      <p:sp>
        <p:nvSpPr>
          <p:cNvPr id="2050" name="Rectangle 2"/>
          <p:cNvSpPr>
            <a:spLocks noChangeArrowheads="1"/>
          </p:cNvSpPr>
          <p:nvPr/>
        </p:nvSpPr>
        <p:spPr bwMode="auto">
          <a:xfrm>
            <a:off x="2051720" y="908720"/>
            <a:ext cx="63722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MX" sz="16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UNIDAD PROFESIONAL INTERDISCIPLINARIA DE INGENIER</a:t>
            </a:r>
            <a:r>
              <a:rPr kumimoji="0" lang="es-MX" sz="1600" b="1" i="0" u="none" strike="noStrike" cap="none" normalizeH="0" baseline="0" dirty="0" smtClean="0">
                <a:ln>
                  <a:noFill/>
                </a:ln>
                <a:solidFill>
                  <a:schemeClr val="tx1"/>
                </a:solidFill>
                <a:effectLst/>
                <a:latin typeface="Calibri"/>
                <a:ea typeface="Calibri" pitchFamily="34" charset="0"/>
                <a:cs typeface="Times New Roman" pitchFamily="18" charset="0"/>
              </a:rPr>
              <a:t>Í</a:t>
            </a:r>
            <a:r>
              <a:rPr kumimoji="0" lang="es-MX" sz="16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 Y CIENCIAS SOCIALES Y ADMINISTRATIVAS</a:t>
            </a:r>
            <a:endParaRPr kumimoji="0" lang="es-MX" sz="2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rot="1203705">
            <a:off x="2539186" y="1323200"/>
            <a:ext cx="6810859" cy="1107996"/>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6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Gramáticas</a:t>
            </a:r>
            <a:endParaRPr lang="es-E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5" name="4 Imagen" descr="imagen2.png"/>
          <p:cNvPicPr>
            <a:picLocks noChangeAspect="1"/>
          </p:cNvPicPr>
          <p:nvPr/>
        </p:nvPicPr>
        <p:blipFill>
          <a:blip r:embed="rId2" cstate="print">
            <a:clrChange>
              <a:clrFrom>
                <a:srgbClr val="FFFFFF"/>
              </a:clrFrom>
              <a:clrTo>
                <a:srgbClr val="FFFFFF">
                  <a:alpha val="0"/>
                </a:srgbClr>
              </a:clrTo>
            </a:clrChange>
          </a:blip>
          <a:srcRect l="34582" t="28516" b="11889"/>
          <a:stretch>
            <a:fillRect/>
          </a:stretch>
        </p:blipFill>
        <p:spPr>
          <a:xfrm rot="20445280">
            <a:off x="2678015" y="3157938"/>
            <a:ext cx="5172516" cy="2929452"/>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cstate="print">
            <a:alphaModFix amt="20000"/>
            <a:lum/>
          </a:blip>
          <a:srcRect/>
          <a:stretch>
            <a:fillRect t="-1000" r="-4000" b="-50000"/>
          </a:stretch>
        </a:blipFill>
        <a:effectLst/>
      </p:bgPr>
    </p:bg>
    <p:spTree>
      <p:nvGrpSpPr>
        <p:cNvPr id="1" name=""/>
        <p:cNvGrpSpPr/>
        <p:nvPr/>
      </p:nvGrpSpPr>
      <p:grpSpPr>
        <a:xfrm>
          <a:off x="0" y="0"/>
          <a:ext cx="0" cy="0"/>
          <a:chOff x="0" y="0"/>
          <a:chExt cx="0" cy="0"/>
        </a:xfrm>
      </p:grpSpPr>
      <p:graphicFrame>
        <p:nvGraphicFramePr>
          <p:cNvPr id="5" name="4 Diagrama"/>
          <p:cNvGraphicFramePr/>
          <p:nvPr/>
        </p:nvGraphicFramePr>
        <p:xfrm>
          <a:off x="0" y="0"/>
          <a:ext cx="9144000"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rot="20363197">
            <a:off x="701939" y="1284380"/>
            <a:ext cx="6810859" cy="1107996"/>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6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Objetivo</a:t>
            </a:r>
            <a:endParaRPr lang="es-E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5" name="2 Marcador de contenido"/>
          <p:cNvSpPr txBox="1">
            <a:spLocks/>
          </p:cNvSpPr>
          <p:nvPr/>
        </p:nvSpPr>
        <p:spPr>
          <a:xfrm rot="20534761">
            <a:off x="3584803" y="2738314"/>
            <a:ext cx="4803304" cy="2304256"/>
          </a:xfrm>
          <a:prstGeom prst="rect">
            <a:avLst/>
          </a:prstGeom>
        </p:spPr>
        <p:txBody>
          <a:bodyPr vert="horz">
            <a:normAutofit/>
          </a:bodyPr>
          <a:lstStyle/>
          <a:p>
            <a:r>
              <a:rPr lang="es-MX" sz="2000" dirty="0"/>
              <a:t>Conocer, comprender y dominar de forma clara el concepto de gramática, así como todos aquellos conceptos que se deriven de esta, y su completa aplicación, llevando a cabo  la simbología adecuada de acuerdo a las reglas de producción.</a:t>
            </a:r>
          </a:p>
          <a:p>
            <a:pPr marL="0" marR="0" lvl="0" indent="0" algn="l" defTabSz="914400" rtl="0" eaLnBrk="1" fontAlgn="auto" latinLnBrk="0" hangingPunct="1">
              <a:lnSpc>
                <a:spcPct val="100000"/>
              </a:lnSpc>
              <a:spcBef>
                <a:spcPts val="0"/>
              </a:spcBef>
              <a:spcAft>
                <a:spcPts val="0"/>
              </a:spcAft>
              <a:buClr>
                <a:schemeClr val="accent1"/>
              </a:buClr>
              <a:buSzPct val="70000"/>
              <a:buFont typeface="Wingdings"/>
              <a:buNone/>
              <a:tabLst/>
              <a:defRPr/>
            </a:pPr>
            <a:endParaRPr kumimoji="0" lang="es-MX" sz="1800" b="1" i="0" u="none" strike="noStrike" kern="1200" cap="none" spc="0" normalizeH="0" baseline="0" noProof="0" dirty="0" smtClean="0">
              <a:ln>
                <a:noFill/>
              </a:ln>
              <a:solidFill>
                <a:schemeClr val="tx2"/>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
                <a:schemeClr val="accent1"/>
              </a:buClr>
              <a:buSzPct val="70000"/>
              <a:buFont typeface="Wingdings"/>
              <a:buNone/>
              <a:tabLst/>
              <a:defRPr/>
            </a:pPr>
            <a:endParaRPr kumimoji="0" lang="es-MX" sz="1800" b="1" i="0" u="none" strike="noStrike" kern="1200" cap="none" spc="0" normalizeH="0" baseline="0" noProof="0" dirty="0" smtClean="0">
              <a:ln>
                <a:noFill/>
              </a:ln>
              <a:solidFill>
                <a:schemeClr val="tx2"/>
              </a:solidFill>
              <a:effectLst/>
              <a:uLnTx/>
              <a:uFillTx/>
              <a:latin typeface="+mn-lt"/>
              <a:ea typeface="+mn-ea"/>
              <a:cs typeface="+mn-cs"/>
            </a:endParaRPr>
          </a:p>
          <a:p>
            <a:pPr marL="0" marR="0" lvl="0" indent="0" algn="l" defTabSz="914400" rtl="0" eaLnBrk="1" fontAlgn="auto" latinLnBrk="0" hangingPunct="1">
              <a:lnSpc>
                <a:spcPct val="100000"/>
              </a:lnSpc>
              <a:spcBef>
                <a:spcPts val="600"/>
              </a:spcBef>
              <a:spcAft>
                <a:spcPts val="0"/>
              </a:spcAft>
              <a:buClr>
                <a:schemeClr val="accent1"/>
              </a:buClr>
              <a:buSzPct val="70000"/>
              <a:buFont typeface="Wingdings"/>
              <a:buNone/>
              <a:tabLst/>
              <a:defRPr/>
            </a:pPr>
            <a:endParaRPr kumimoji="0" lang="es-MX" sz="1800" b="1" i="0" u="none" strike="noStrike" kern="1200" cap="none" spc="0" normalizeH="0" baseline="0" noProof="0" dirty="0" smtClean="0">
              <a:ln>
                <a:noFill/>
              </a:ln>
              <a:solidFill>
                <a:schemeClr val="tx2"/>
              </a:solidFill>
              <a:effectLst/>
              <a:uLnTx/>
              <a:uFillTx/>
              <a:latin typeface="+mn-lt"/>
              <a:ea typeface="+mn-ea"/>
              <a:cs typeface="+mn-cs"/>
            </a:endParaRPr>
          </a:p>
        </p:txBody>
      </p:sp>
      <p:pic>
        <p:nvPicPr>
          <p:cNvPr id="6" name="5 Imagen" descr="img925.gif"/>
          <p:cNvPicPr>
            <a:picLocks noChangeAspect="1"/>
          </p:cNvPicPr>
          <p:nvPr/>
        </p:nvPicPr>
        <p:blipFill>
          <a:blip r:embed="rId2" cstate="print"/>
          <a:stretch>
            <a:fillRect/>
          </a:stretch>
        </p:blipFill>
        <p:spPr>
          <a:xfrm rot="1903810">
            <a:off x="7182552" y="725281"/>
            <a:ext cx="2495550" cy="1600200"/>
          </a:xfrm>
          <a:prstGeom prst="rect">
            <a:avLst/>
          </a:prstGeom>
        </p:spPr>
      </p:pic>
      <p:pic>
        <p:nvPicPr>
          <p:cNvPr id="7" name="6 Imagen" descr="img742.gif"/>
          <p:cNvPicPr>
            <a:picLocks noChangeAspect="1"/>
          </p:cNvPicPr>
          <p:nvPr/>
        </p:nvPicPr>
        <p:blipFill>
          <a:blip r:embed="rId3" cstate="print"/>
          <a:stretch>
            <a:fillRect/>
          </a:stretch>
        </p:blipFill>
        <p:spPr>
          <a:xfrm rot="19567041">
            <a:off x="5807057" y="5592077"/>
            <a:ext cx="2990850" cy="215265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rot="455382">
            <a:off x="1051641" y="2911860"/>
            <a:ext cx="6766447" cy="2520280"/>
          </a:xfrm>
        </p:spPr>
        <p:txBody>
          <a:bodyPr>
            <a:normAutofit/>
          </a:bodyPr>
          <a:lstStyle/>
          <a:p>
            <a:pPr>
              <a:buNone/>
            </a:pPr>
            <a:r>
              <a:rPr lang="es-MX" sz="3200" dirty="0" smtClean="0"/>
              <a:t>Es un ente formal para especificar, de manera finita, el conjunto de cadena de símbolos que constituyen un lenguaje.</a:t>
            </a:r>
          </a:p>
        </p:txBody>
      </p:sp>
      <p:sp>
        <p:nvSpPr>
          <p:cNvPr id="4" name="3 Rectángulo"/>
          <p:cNvSpPr/>
          <p:nvPr/>
        </p:nvSpPr>
        <p:spPr>
          <a:xfrm rot="539717">
            <a:off x="1111915" y="992617"/>
            <a:ext cx="7488832" cy="1569660"/>
          </a:xfrm>
          <a:prstGeom prst="rect">
            <a:avLst/>
          </a:prstGeom>
          <a:noFill/>
        </p:spPr>
        <p:txBody>
          <a:bodyPr wrap="square" lIns="91440" tIns="45720" rIns="91440" bIns="45720">
            <a:spAutoFit/>
          </a:bodyPr>
          <a:lstStyle/>
          <a:p>
            <a:pPr algn="ctr"/>
            <a:r>
              <a:rPr lang="es-ES" sz="48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¿Qué es una gramática?</a:t>
            </a:r>
            <a:endParaRPr lang="es-ES" sz="48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rot="20830882">
            <a:off x="1051641" y="2911860"/>
            <a:ext cx="6766447" cy="2520280"/>
          </a:xfrm>
        </p:spPr>
        <p:txBody>
          <a:bodyPr>
            <a:normAutofit fontScale="77500" lnSpcReduction="20000"/>
          </a:bodyPr>
          <a:lstStyle/>
          <a:p>
            <a:r>
              <a:rPr lang="es-MX" sz="3200" b="1" dirty="0" smtClean="0"/>
              <a:t>VT</a:t>
            </a:r>
            <a:r>
              <a:rPr lang="es-MX" sz="3200" dirty="0" smtClean="0"/>
              <a:t>= conjunto finito de símbolos terminales</a:t>
            </a:r>
          </a:p>
          <a:p>
            <a:r>
              <a:rPr lang="es-MX" sz="3200" b="1" dirty="0" smtClean="0"/>
              <a:t>VN</a:t>
            </a:r>
            <a:r>
              <a:rPr lang="es-MX" sz="3200" dirty="0" smtClean="0"/>
              <a:t>= conjunto finito de símbolos no terminales</a:t>
            </a:r>
          </a:p>
          <a:p>
            <a:r>
              <a:rPr lang="es-MX" sz="3200" b="1" dirty="0" smtClean="0"/>
              <a:t>S</a:t>
            </a:r>
            <a:r>
              <a:rPr lang="es-MX" sz="3200" dirty="0" smtClean="0"/>
              <a:t>= símbolo inicial y pertenece a VN</a:t>
            </a:r>
          </a:p>
          <a:p>
            <a:r>
              <a:rPr lang="es-MX" sz="3200" b="1" dirty="0" smtClean="0"/>
              <a:t>P</a:t>
            </a:r>
            <a:r>
              <a:rPr lang="es-MX" sz="3200" dirty="0" smtClean="0"/>
              <a:t>= conjunto de producciones o reglas de derivación</a:t>
            </a:r>
            <a:endParaRPr lang="es-MX" sz="3200" dirty="0"/>
          </a:p>
        </p:txBody>
      </p:sp>
      <p:sp>
        <p:nvSpPr>
          <p:cNvPr id="4" name="3 Rectángulo"/>
          <p:cNvSpPr/>
          <p:nvPr/>
        </p:nvSpPr>
        <p:spPr>
          <a:xfrm rot="1436576">
            <a:off x="2120027" y="1505965"/>
            <a:ext cx="7488832" cy="830997"/>
          </a:xfrm>
          <a:prstGeom prst="rect">
            <a:avLst/>
          </a:prstGeom>
          <a:noFill/>
        </p:spPr>
        <p:txBody>
          <a:bodyPr wrap="square" lIns="91440" tIns="45720" rIns="91440" bIns="45720">
            <a:spAutoFit/>
          </a:bodyPr>
          <a:lstStyle/>
          <a:p>
            <a:pPr algn="ctr"/>
            <a:r>
              <a:rPr lang="es-ES" sz="48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Definición Formal</a:t>
            </a:r>
            <a:endParaRPr lang="es-ES" sz="48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5 Tabla"/>
          <p:cNvGraphicFramePr>
            <a:graphicFrameLocks noGrp="1"/>
          </p:cNvGraphicFramePr>
          <p:nvPr/>
        </p:nvGraphicFramePr>
        <p:xfrm>
          <a:off x="539552" y="1700808"/>
          <a:ext cx="7632848" cy="4320479"/>
        </p:xfrm>
        <a:graphic>
          <a:graphicData uri="http://schemas.openxmlformats.org/drawingml/2006/table">
            <a:tbl>
              <a:tblPr>
                <a:tableStyleId>{B301B821-A1FF-4177-AEE7-76D212191A09}</a:tableStyleId>
              </a:tblPr>
              <a:tblGrid>
                <a:gridCol w="1644763"/>
                <a:gridCol w="5988085"/>
              </a:tblGrid>
              <a:tr h="1258392">
                <a:tc>
                  <a:txBody>
                    <a:bodyPr/>
                    <a:lstStyle/>
                    <a:p>
                      <a:pPr algn="just">
                        <a:lnSpc>
                          <a:spcPct val="115000"/>
                        </a:lnSpc>
                        <a:spcAft>
                          <a:spcPts val="0"/>
                        </a:spcAft>
                      </a:pPr>
                      <a:r>
                        <a:rPr lang="es-MX" sz="1600" dirty="0"/>
                        <a:t>PRODUCCIÓN</a:t>
                      </a:r>
                      <a:endParaRPr lang="es-MX" sz="1400" dirty="0">
                        <a:latin typeface="Calibri"/>
                        <a:ea typeface="Calibri"/>
                        <a:cs typeface="Times New Roman"/>
                      </a:endParaRPr>
                    </a:p>
                  </a:txBody>
                  <a:tcPr marL="68580" marR="68580" marT="0" marB="0"/>
                </a:tc>
                <a:tc>
                  <a:txBody>
                    <a:bodyPr/>
                    <a:lstStyle/>
                    <a:p>
                      <a:pPr>
                        <a:spcAft>
                          <a:spcPts val="0"/>
                        </a:spcAft>
                      </a:pPr>
                      <a:r>
                        <a:rPr lang="es-MX" sz="1600" dirty="0"/>
                        <a:t>Llamamos producción (o regla) definida sobre ese alfabeto a un par ordenado de palabras (</a:t>
                      </a:r>
                      <a:r>
                        <a:rPr lang="es-MX" sz="1600" dirty="0" err="1" smtClean="0"/>
                        <a:t>x,y</a:t>
                      </a:r>
                      <a:r>
                        <a:rPr lang="es-MX" sz="1600" dirty="0"/>
                        <a:t>). A las producciones también se las llama reglas de derivación. Se representa x::=y.</a:t>
                      </a:r>
                      <a:endParaRPr lang="es-MX" sz="1600" dirty="0">
                        <a:solidFill>
                          <a:srgbClr val="000000"/>
                        </a:solidFill>
                        <a:latin typeface="CMS L 12"/>
                        <a:ea typeface="Calibri"/>
                        <a:cs typeface="CMS L 12"/>
                      </a:endParaRPr>
                    </a:p>
                  </a:txBody>
                  <a:tcPr marL="68580" marR="68580" marT="0" marB="0"/>
                </a:tc>
              </a:tr>
              <a:tr h="964767">
                <a:tc>
                  <a:txBody>
                    <a:bodyPr/>
                    <a:lstStyle/>
                    <a:p>
                      <a:pPr algn="just">
                        <a:lnSpc>
                          <a:spcPct val="115000"/>
                        </a:lnSpc>
                        <a:spcAft>
                          <a:spcPts val="0"/>
                        </a:spcAft>
                      </a:pPr>
                      <a:r>
                        <a:rPr lang="es-MX" sz="1600"/>
                        <a:t>PRODUCCIÓN COMPRESORA</a:t>
                      </a:r>
                      <a:endParaRPr lang="es-MX" sz="1400">
                        <a:latin typeface="Calibri"/>
                        <a:ea typeface="Calibri"/>
                        <a:cs typeface="Times New Roman"/>
                      </a:endParaRPr>
                    </a:p>
                  </a:txBody>
                  <a:tcPr marL="68580" marR="68580" marT="0" marB="0"/>
                </a:tc>
                <a:tc>
                  <a:txBody>
                    <a:bodyPr/>
                    <a:lstStyle/>
                    <a:p>
                      <a:pPr>
                        <a:lnSpc>
                          <a:spcPct val="115000"/>
                        </a:lnSpc>
                        <a:spcAft>
                          <a:spcPts val="0"/>
                        </a:spcAft>
                      </a:pPr>
                      <a:r>
                        <a:rPr lang="es-MX" sz="1600" dirty="0"/>
                        <a:t>Una producción es compresora si la longitud de su parte derecha es menor que la de la parte izquierda.</a:t>
                      </a:r>
                      <a:endParaRPr lang="es-MX" sz="1400" dirty="0">
                        <a:latin typeface="Calibri"/>
                        <a:ea typeface="Calibri"/>
                        <a:cs typeface="Times New Roman"/>
                      </a:endParaRPr>
                    </a:p>
                  </a:txBody>
                  <a:tcPr marL="68580" marR="68580" marT="0" marB="0"/>
                </a:tc>
              </a:tr>
              <a:tr h="1258392">
                <a:tc>
                  <a:txBody>
                    <a:bodyPr/>
                    <a:lstStyle/>
                    <a:p>
                      <a:pPr algn="just">
                        <a:lnSpc>
                          <a:spcPct val="115000"/>
                        </a:lnSpc>
                        <a:spcAft>
                          <a:spcPts val="0"/>
                        </a:spcAft>
                      </a:pPr>
                      <a:r>
                        <a:rPr lang="es-MX" sz="1600"/>
                        <a:t>DERIVACIÓN DIRECTA</a:t>
                      </a:r>
                      <a:endParaRPr lang="es-MX" sz="1400">
                        <a:latin typeface="Calibri"/>
                        <a:ea typeface="Calibri"/>
                        <a:cs typeface="Times New Roman"/>
                      </a:endParaRPr>
                    </a:p>
                  </a:txBody>
                  <a:tcPr marL="68580" marR="68580" marT="0" marB="0"/>
                </a:tc>
                <a:tc>
                  <a:txBody>
                    <a:bodyPr/>
                    <a:lstStyle/>
                    <a:p>
                      <a:pPr>
                        <a:spcAft>
                          <a:spcPts val="0"/>
                        </a:spcAft>
                      </a:pPr>
                      <a:r>
                        <a:rPr lang="es-MX" sz="1600"/>
                        <a:t>Sea Σ un alfabeto, P un conjunto de producciones definidas sobre ese alfabeto  y v, w ∈ Σ∗. La notación utilizada para representar una derivación directa es v→w</a:t>
                      </a:r>
                      <a:endParaRPr lang="es-MX" sz="1600">
                        <a:solidFill>
                          <a:srgbClr val="000000"/>
                        </a:solidFill>
                        <a:latin typeface="CMS L 12"/>
                        <a:ea typeface="Calibri"/>
                        <a:cs typeface="CMS L 12"/>
                      </a:endParaRPr>
                    </a:p>
                  </a:txBody>
                  <a:tcPr marL="68580" marR="68580" marT="0" marB="0"/>
                </a:tc>
              </a:tr>
              <a:tr h="838928">
                <a:tc>
                  <a:txBody>
                    <a:bodyPr/>
                    <a:lstStyle/>
                    <a:p>
                      <a:pPr algn="just">
                        <a:lnSpc>
                          <a:spcPct val="115000"/>
                        </a:lnSpc>
                        <a:spcAft>
                          <a:spcPts val="0"/>
                        </a:spcAft>
                      </a:pPr>
                      <a:r>
                        <a:rPr lang="es-MX" sz="1600"/>
                        <a:t>DERIVACIÓN</a:t>
                      </a:r>
                      <a:endParaRPr lang="es-MX" sz="1400">
                        <a:latin typeface="Calibri"/>
                        <a:ea typeface="Calibri"/>
                        <a:cs typeface="Times New Roman"/>
                      </a:endParaRPr>
                    </a:p>
                  </a:txBody>
                  <a:tcPr marL="68580" marR="68580" marT="0" marB="0"/>
                </a:tc>
                <a:tc>
                  <a:txBody>
                    <a:bodyPr/>
                    <a:lstStyle/>
                    <a:p>
                      <a:pPr>
                        <a:spcAft>
                          <a:spcPts val="0"/>
                        </a:spcAft>
                      </a:pPr>
                      <a:r>
                        <a:rPr lang="es-MX" sz="1600" dirty="0"/>
                        <a:t>Sea Σ un alfabeto, P un conjunto de producciones definidas sobre ese alfabeto y v, w ∈ Σ∗. La notación utilizada en este caso es v→∗w.</a:t>
                      </a:r>
                      <a:endParaRPr lang="es-MX" sz="1600" dirty="0">
                        <a:solidFill>
                          <a:srgbClr val="000000"/>
                        </a:solidFill>
                        <a:latin typeface="CMS L 12"/>
                        <a:ea typeface="Calibri"/>
                        <a:cs typeface="CMS L 12"/>
                      </a:endParaRPr>
                    </a:p>
                  </a:txBody>
                  <a:tcPr marL="68580" marR="68580" marT="0" marB="0"/>
                </a:tc>
              </a:tr>
            </a:tbl>
          </a:graphicData>
        </a:graphic>
      </p:graphicFrame>
      <p:sp>
        <p:nvSpPr>
          <p:cNvPr id="7" name="6 Rectángulo"/>
          <p:cNvSpPr/>
          <p:nvPr/>
        </p:nvSpPr>
        <p:spPr>
          <a:xfrm>
            <a:off x="611560" y="620688"/>
            <a:ext cx="7414209" cy="646331"/>
          </a:xfrm>
          <a:prstGeom prst="rect">
            <a:avLst/>
          </a:prstGeom>
          <a:noFill/>
        </p:spPr>
        <p:txBody>
          <a:bodyPr wrap="none" lIns="91440" tIns="45720" rIns="91440" bIns="45720">
            <a:spAutoFit/>
          </a:bodyPr>
          <a:lstStyle/>
          <a:p>
            <a:pPr algn="ctr"/>
            <a:r>
              <a:rPr lang="es-ES" sz="3600" b="1" cap="none"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Conceptos Fundamentales</a:t>
            </a:r>
            <a:endParaRPr lang="es-ES" sz="3600" b="1" cap="none"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rot="816302">
            <a:off x="932759" y="1767237"/>
            <a:ext cx="3860661" cy="1967005"/>
          </a:xfrm>
        </p:spPr>
        <p:txBody>
          <a:bodyPr>
            <a:noAutofit/>
          </a:bodyPr>
          <a:lstStyle/>
          <a:p>
            <a:pPr marL="0">
              <a:spcBef>
                <a:spcPts val="0"/>
              </a:spcBef>
              <a:buNone/>
            </a:pPr>
            <a:r>
              <a:rPr lang="es-MX" dirty="0" smtClean="0"/>
              <a:t>Todas las cadenas del lenguaje definido por la gramática están formados con símbolos del VT.</a:t>
            </a:r>
            <a:endParaRPr lang="es-MX" dirty="0"/>
          </a:p>
        </p:txBody>
      </p:sp>
      <p:sp>
        <p:nvSpPr>
          <p:cNvPr id="5" name="2 Marcador de contenido"/>
          <p:cNvSpPr txBox="1">
            <a:spLocks/>
          </p:cNvSpPr>
          <p:nvPr/>
        </p:nvSpPr>
        <p:spPr>
          <a:xfrm rot="21217237">
            <a:off x="4796924" y="3854331"/>
            <a:ext cx="3860661" cy="1671505"/>
          </a:xfrm>
          <a:prstGeom prst="rect">
            <a:avLst/>
          </a:prstGeom>
        </p:spPr>
        <p:txBody>
          <a:bodyPr vert="horz">
            <a:normAutofit/>
          </a:bodyPr>
          <a:lstStyle/>
          <a:p>
            <a:r>
              <a:rPr lang="es-MX" dirty="0"/>
              <a:t>La intersección entre el vocabulario terminal y no terminal es el conjunto de vacío:</a:t>
            </a:r>
          </a:p>
          <a:p>
            <a:r>
              <a:rPr lang="es-MX" dirty="0"/>
              <a:t>{VN} ᴖ {VT}={Ø}</a:t>
            </a:r>
            <a:endParaRPr kumimoji="0" lang="es-MX"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2 Marcador de contenido"/>
          <p:cNvSpPr txBox="1">
            <a:spLocks/>
          </p:cNvSpPr>
          <p:nvPr/>
        </p:nvSpPr>
        <p:spPr>
          <a:xfrm rot="723127">
            <a:off x="591426" y="4902208"/>
            <a:ext cx="3860661" cy="904423"/>
          </a:xfrm>
          <a:prstGeom prst="rect">
            <a:avLst/>
          </a:prstGeom>
        </p:spPr>
        <p:txBody>
          <a:bodyPr vert="horz">
            <a:normAutofit/>
          </a:bodyPr>
          <a:lstStyle/>
          <a:p>
            <a:r>
              <a:rPr lang="es-MX" sz="1600" dirty="0"/>
              <a:t>La unión entre el vocabulario terminal y no terminal es el vocabulario:</a:t>
            </a:r>
          </a:p>
          <a:p>
            <a:r>
              <a:rPr lang="es-MX" sz="1600" dirty="0"/>
              <a:t>{VN} ᴗ {VT}={V}</a:t>
            </a:r>
          </a:p>
        </p:txBody>
      </p:sp>
      <p:sp>
        <p:nvSpPr>
          <p:cNvPr id="18433" name="Rectangle 1"/>
          <p:cNvSpPr>
            <a:spLocks noChangeArrowheads="1"/>
          </p:cNvSpPr>
          <p:nvPr/>
        </p:nvSpPr>
        <p:spPr bwMode="auto">
          <a:xfrm rot="1925538">
            <a:off x="3857311" y="1684570"/>
            <a:ext cx="5004048"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s-MX" dirty="0"/>
              <a:t>El vocabulario no terminal se define por enumeración de los símbolos no terminales.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rot="816302">
            <a:off x="1164742" y="1439888"/>
            <a:ext cx="7190344" cy="1887640"/>
          </a:xfrm>
        </p:spPr>
        <p:txBody>
          <a:bodyPr>
            <a:noAutofit/>
          </a:bodyPr>
          <a:lstStyle/>
          <a:p>
            <a:pPr marL="0" algn="just">
              <a:spcBef>
                <a:spcPts val="0"/>
              </a:spcBef>
              <a:buNone/>
            </a:pPr>
            <a:r>
              <a:rPr lang="es-MX" dirty="0" smtClean="0"/>
              <a:t>En ocasiones es importante distinguir si un determinado vocabulario incluye o no la cadena vacía, indicándose respectivamente con superíndice + o superíndice *, tal como se muestra:</a:t>
            </a:r>
            <a:endParaRPr lang="es-MX" dirty="0"/>
          </a:p>
        </p:txBody>
      </p:sp>
      <p:sp>
        <p:nvSpPr>
          <p:cNvPr id="215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pic>
        <p:nvPicPr>
          <p:cNvPr id="21505" name="Picture 1"/>
          <p:cNvPicPr>
            <a:picLocks noChangeAspect="1" noChangeArrowheads="1"/>
          </p:cNvPicPr>
          <p:nvPr/>
        </p:nvPicPr>
        <p:blipFill>
          <a:blip r:embed="rId2" cstate="print">
            <a:clrChange>
              <a:clrFrom>
                <a:srgbClr val="FFFFFF"/>
              </a:clrFrom>
              <a:clrTo>
                <a:srgbClr val="FFFFFF">
                  <a:alpha val="0"/>
                </a:srgbClr>
              </a:clrTo>
            </a:clrChange>
            <a:lum contrast="40000"/>
          </a:blip>
          <a:srcRect/>
          <a:stretch>
            <a:fillRect/>
          </a:stretch>
        </p:blipFill>
        <p:spPr bwMode="auto">
          <a:xfrm rot="691854">
            <a:off x="2817858" y="3898332"/>
            <a:ext cx="3335377" cy="797590"/>
          </a:xfrm>
          <a:prstGeom prst="rect">
            <a:avLst/>
          </a:prstGeom>
          <a:noFill/>
        </p:spPr>
      </p:pic>
      <p:sp>
        <p:nvSpPr>
          <p:cNvPr id="2150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pic>
        <p:nvPicPr>
          <p:cNvPr id="21507"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rot="770199">
            <a:off x="2557688" y="5054059"/>
            <a:ext cx="3298864" cy="788859"/>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rot="20409704">
            <a:off x="1787647" y="2699186"/>
            <a:ext cx="6324505" cy="2520280"/>
          </a:xfrm>
        </p:spPr>
        <p:txBody>
          <a:bodyPr>
            <a:normAutofit/>
          </a:bodyPr>
          <a:lstStyle/>
          <a:p>
            <a:pPr marL="0">
              <a:spcBef>
                <a:spcPts val="0"/>
              </a:spcBef>
              <a:buNone/>
            </a:pPr>
            <a:r>
              <a:rPr lang="es-MX" sz="3200" dirty="0" smtClean="0"/>
              <a:t>Símbolo no terminal a partir del cual se aplican las reglas de la gramática para obtener las distintas cadenas del lenguaje.</a:t>
            </a:r>
            <a:endParaRPr lang="es-MX" sz="3200" dirty="0"/>
          </a:p>
        </p:txBody>
      </p:sp>
      <p:sp>
        <p:nvSpPr>
          <p:cNvPr id="4" name="3 Rectángulo"/>
          <p:cNvSpPr/>
          <p:nvPr/>
        </p:nvSpPr>
        <p:spPr>
          <a:xfrm rot="20423610">
            <a:off x="345610" y="1549536"/>
            <a:ext cx="7488832" cy="769441"/>
          </a:xfrm>
          <a:prstGeom prst="rect">
            <a:avLst/>
          </a:prstGeom>
          <a:noFill/>
        </p:spPr>
        <p:txBody>
          <a:bodyPr wrap="square" lIns="91440" tIns="45720" rIns="91440" bIns="45720">
            <a:spAutoFit/>
          </a:bodyPr>
          <a:lstStyle/>
          <a:p>
            <a:pPr algn="ctr"/>
            <a:r>
              <a:rPr lang="es-ES" sz="44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El símbolo inicial S…</a:t>
            </a:r>
            <a:endParaRPr lang="es-ES" sz="44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rot="20409704">
            <a:off x="1787647" y="2699186"/>
            <a:ext cx="6324505" cy="2520280"/>
          </a:xfrm>
        </p:spPr>
        <p:txBody>
          <a:bodyPr>
            <a:normAutofit fontScale="77500" lnSpcReduction="20000"/>
          </a:bodyPr>
          <a:lstStyle/>
          <a:p>
            <a:pPr marL="0">
              <a:spcBef>
                <a:spcPts val="0"/>
              </a:spcBef>
              <a:buNone/>
            </a:pPr>
            <a:r>
              <a:rPr lang="es-MX" sz="3200" dirty="0" smtClean="0"/>
              <a:t>Son las reglas que se aplican desde el símbolo inicial para obtener las cadenas del lenguaje. El conjunto de producciones P se define por medio de la enumeración de las distintas producciones, por medio de un metalenguaje por ejemplo BNF o EBNF.</a:t>
            </a:r>
            <a:endParaRPr lang="es-MX" sz="3200" dirty="0"/>
          </a:p>
        </p:txBody>
      </p:sp>
      <p:sp>
        <p:nvSpPr>
          <p:cNvPr id="4" name="3 Rectángulo"/>
          <p:cNvSpPr/>
          <p:nvPr/>
        </p:nvSpPr>
        <p:spPr>
          <a:xfrm rot="20423610">
            <a:off x="345610" y="1549536"/>
            <a:ext cx="7488832" cy="769441"/>
          </a:xfrm>
          <a:prstGeom prst="rect">
            <a:avLst/>
          </a:prstGeom>
          <a:noFill/>
        </p:spPr>
        <p:txBody>
          <a:bodyPr wrap="square" lIns="91440" tIns="45720" rIns="91440" bIns="45720">
            <a:spAutoFit/>
          </a:bodyPr>
          <a:lstStyle/>
          <a:p>
            <a:pPr algn="ctr"/>
            <a:r>
              <a:rPr lang="es-ES" sz="44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Las producciones P…</a:t>
            </a:r>
            <a:endParaRPr lang="es-ES" sz="44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683568" y="620688"/>
            <a:ext cx="7488832" cy="1446550"/>
          </a:xfrm>
          <a:prstGeom prst="rect">
            <a:avLst/>
          </a:prstGeom>
          <a:noFill/>
        </p:spPr>
        <p:txBody>
          <a:bodyPr wrap="square" lIns="91440" tIns="45720" rIns="91440" bIns="45720">
            <a:spAutoFit/>
          </a:bodyPr>
          <a:lstStyle/>
          <a:p>
            <a:pPr algn="ctr"/>
            <a:r>
              <a:rPr lang="es-E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Jerarquía según Chomsky</a:t>
            </a: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graphicFrame>
        <p:nvGraphicFramePr>
          <p:cNvPr id="8" name="7 Diagrama"/>
          <p:cNvGraphicFramePr/>
          <p:nvPr/>
        </p:nvGraphicFramePr>
        <p:xfrm>
          <a:off x="1979712" y="2348880"/>
          <a:ext cx="5112568" cy="38884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683568" y="620688"/>
            <a:ext cx="7488832" cy="1446550"/>
          </a:xfrm>
          <a:prstGeom prst="rect">
            <a:avLst/>
          </a:prstGeom>
          <a:noFill/>
        </p:spPr>
        <p:txBody>
          <a:bodyPr wrap="square" lIns="91440" tIns="45720" rIns="91440" bIns="45720">
            <a:spAutoFit/>
          </a:bodyPr>
          <a:lstStyle/>
          <a:p>
            <a:pPr algn="ctr"/>
            <a:r>
              <a:rPr lang="es-E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Jerarquía según Chomsky</a:t>
            </a: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3" name="2 Marcador de contenido"/>
          <p:cNvSpPr>
            <a:spLocks noGrp="1"/>
          </p:cNvSpPr>
          <p:nvPr>
            <p:ph sz="quarter" idx="1"/>
          </p:nvPr>
        </p:nvSpPr>
        <p:spPr>
          <a:xfrm>
            <a:off x="1187624" y="2348880"/>
            <a:ext cx="6324505" cy="3888432"/>
          </a:xfrm>
        </p:spPr>
        <p:txBody>
          <a:bodyPr>
            <a:normAutofit fontScale="70000" lnSpcReduction="20000"/>
          </a:bodyPr>
          <a:lstStyle/>
          <a:p>
            <a:pPr marL="0">
              <a:spcBef>
                <a:spcPts val="0"/>
              </a:spcBef>
              <a:buNone/>
            </a:pPr>
            <a:r>
              <a:rPr lang="es-MX" sz="3200" b="1" dirty="0" smtClean="0"/>
              <a:t>Gramáticas Tipo 0</a:t>
            </a:r>
          </a:p>
          <a:p>
            <a:pPr marL="0">
              <a:spcBef>
                <a:spcPts val="0"/>
              </a:spcBef>
              <a:buNone/>
            </a:pPr>
            <a:endParaRPr lang="es-MX" sz="3200" dirty="0" smtClean="0"/>
          </a:p>
          <a:p>
            <a:pPr marL="0">
              <a:spcBef>
                <a:spcPts val="0"/>
              </a:spcBef>
              <a:buNone/>
            </a:pPr>
            <a:r>
              <a:rPr lang="es-MX" sz="3200" dirty="0" smtClean="0"/>
              <a:t>Para este tipo de gramáticas no restringidas o gramáticas con estructura de frase. </a:t>
            </a:r>
          </a:p>
          <a:p>
            <a:pPr marL="0">
              <a:spcBef>
                <a:spcPts val="0"/>
              </a:spcBef>
              <a:buNone/>
            </a:pPr>
            <a:endParaRPr lang="es-MX" sz="3200" dirty="0" smtClean="0"/>
          </a:p>
          <a:p>
            <a:pPr marL="0">
              <a:spcBef>
                <a:spcPts val="0"/>
              </a:spcBef>
              <a:buNone/>
            </a:pPr>
            <a:r>
              <a:rPr lang="es-MX" sz="3200" dirty="0" smtClean="0"/>
              <a:t>Las reglas de derivación son de la forma:</a:t>
            </a:r>
          </a:p>
          <a:p>
            <a:pPr marL="0">
              <a:spcBef>
                <a:spcPts val="0"/>
              </a:spcBef>
              <a:buNone/>
            </a:pPr>
            <a:endParaRPr lang="es-MX" sz="3200" dirty="0" smtClean="0"/>
          </a:p>
          <a:p>
            <a:pPr marL="0">
              <a:spcBef>
                <a:spcPts val="0"/>
              </a:spcBef>
              <a:buNone/>
            </a:pPr>
            <a:endParaRPr lang="es-MX" sz="3200" dirty="0" smtClean="0"/>
          </a:p>
          <a:p>
            <a:pPr marL="0">
              <a:spcBef>
                <a:spcPts val="0"/>
              </a:spcBef>
              <a:buNone/>
            </a:pPr>
            <a:endParaRPr lang="es-MX" sz="3200" dirty="0" smtClean="0"/>
          </a:p>
          <a:p>
            <a:pPr marL="0">
              <a:spcBef>
                <a:spcPts val="0"/>
              </a:spcBef>
              <a:buNone/>
            </a:pPr>
            <a:endParaRPr lang="es-MX" sz="3200" dirty="0" smtClean="0"/>
          </a:p>
          <a:p>
            <a:pPr marL="0">
              <a:spcBef>
                <a:spcPts val="0"/>
              </a:spcBef>
              <a:buNone/>
            </a:pPr>
            <a:r>
              <a:rPr lang="es-MX" sz="3200" dirty="0" smtClean="0"/>
              <a:t>siendo ,                                      es decir la única restricción es que no puede haber reglas de la forma               donde la cadena vacía.</a:t>
            </a:r>
          </a:p>
        </p:txBody>
      </p:sp>
      <p:sp>
        <p:nvSpPr>
          <p:cNvPr id="2253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pic>
        <p:nvPicPr>
          <p:cNvPr id="22538" name="Picture 10"/>
          <p:cNvPicPr>
            <a:picLocks noChangeAspect="1" noChangeArrowheads="1"/>
          </p:cNvPicPr>
          <p:nvPr/>
        </p:nvPicPr>
        <p:blipFill>
          <a:blip r:embed="rId2" cstate="print">
            <a:clrChange>
              <a:clrFrom>
                <a:srgbClr val="FFFFFF"/>
              </a:clrFrom>
              <a:clrTo>
                <a:srgbClr val="FFFFFF">
                  <a:alpha val="0"/>
                </a:srgbClr>
              </a:clrTo>
            </a:clrChange>
            <a:lum bright="-40000" contrast="40000"/>
          </a:blip>
          <a:srcRect/>
          <a:stretch>
            <a:fillRect/>
          </a:stretch>
        </p:blipFill>
        <p:spPr bwMode="auto">
          <a:xfrm>
            <a:off x="3563888" y="4293096"/>
            <a:ext cx="1266686" cy="648072"/>
          </a:xfrm>
          <a:prstGeom prst="rect">
            <a:avLst/>
          </a:prstGeom>
          <a:noFill/>
        </p:spPr>
      </p:pic>
      <p:sp>
        <p:nvSpPr>
          <p:cNvPr id="2254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pic>
        <p:nvPicPr>
          <p:cNvPr id="22540" name="Picture 12"/>
          <p:cNvPicPr>
            <a:picLocks noChangeAspect="1" noChangeArrowheads="1"/>
          </p:cNvPicPr>
          <p:nvPr/>
        </p:nvPicPr>
        <p:blipFill>
          <a:blip r:embed="rId3" cstate="print">
            <a:clrChange>
              <a:clrFrom>
                <a:srgbClr val="FFFFFF"/>
              </a:clrFrom>
              <a:clrTo>
                <a:srgbClr val="FFFFFF">
                  <a:alpha val="0"/>
                </a:srgbClr>
              </a:clrTo>
            </a:clrChange>
            <a:lum bright="-40000" contrast="40000"/>
          </a:blip>
          <a:srcRect/>
          <a:stretch>
            <a:fillRect/>
          </a:stretch>
        </p:blipFill>
        <p:spPr bwMode="auto">
          <a:xfrm>
            <a:off x="2411760" y="5085184"/>
            <a:ext cx="2592288" cy="223648"/>
          </a:xfrm>
          <a:prstGeom prst="rect">
            <a:avLst/>
          </a:prstGeom>
          <a:noFill/>
        </p:spPr>
      </p:pic>
      <p:sp>
        <p:nvSpPr>
          <p:cNvPr id="22543"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pic>
        <p:nvPicPr>
          <p:cNvPr id="22542" name="Picture 14"/>
          <p:cNvPicPr>
            <a:picLocks noChangeAspect="1" noChangeArrowheads="1"/>
          </p:cNvPicPr>
          <p:nvPr/>
        </p:nvPicPr>
        <p:blipFill>
          <a:blip r:embed="rId4" cstate="print">
            <a:clrChange>
              <a:clrFrom>
                <a:srgbClr val="FFFFFF"/>
              </a:clrFrom>
              <a:clrTo>
                <a:srgbClr val="FFFFFF">
                  <a:alpha val="0"/>
                </a:srgbClr>
              </a:clrTo>
            </a:clrChange>
            <a:lum bright="-40000" contrast="40000"/>
          </a:blip>
          <a:srcRect/>
          <a:stretch>
            <a:fillRect/>
          </a:stretch>
        </p:blipFill>
        <p:spPr bwMode="auto">
          <a:xfrm>
            <a:off x="2267744" y="5589240"/>
            <a:ext cx="648072" cy="347746"/>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683568" y="620688"/>
            <a:ext cx="7488832" cy="1446550"/>
          </a:xfrm>
          <a:prstGeom prst="rect">
            <a:avLst/>
          </a:prstGeom>
          <a:noFill/>
        </p:spPr>
        <p:txBody>
          <a:bodyPr wrap="square" lIns="91440" tIns="45720" rIns="91440" bIns="45720">
            <a:spAutoFit/>
          </a:bodyPr>
          <a:lstStyle/>
          <a:p>
            <a:pPr algn="ctr"/>
            <a:r>
              <a:rPr lang="es-E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Jerarquía según Chomsky</a:t>
            </a: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2253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3"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pic>
        <p:nvPicPr>
          <p:cNvPr id="12" name="11 Imagen"/>
          <p:cNvPicPr/>
          <p:nvPr/>
        </p:nvPicPr>
        <p:blipFill>
          <a:blip r:embed="rId2" cstate="print">
            <a:clrChange>
              <a:clrFrom>
                <a:srgbClr val="FFFFFF"/>
              </a:clrFrom>
              <a:clrTo>
                <a:srgbClr val="FFFFFF">
                  <a:alpha val="0"/>
                </a:srgbClr>
              </a:clrTo>
            </a:clrChange>
            <a:lum bright="-10000" contrast="40000"/>
          </a:blip>
          <a:srcRect l="27164" t="13805" r="29724" b="30593"/>
          <a:stretch>
            <a:fillRect/>
          </a:stretch>
        </p:blipFill>
        <p:spPr bwMode="auto">
          <a:xfrm>
            <a:off x="1547664" y="2204864"/>
            <a:ext cx="6264696" cy="4176464"/>
          </a:xfrm>
          <a:prstGeom prst="rect">
            <a:avLst/>
          </a:prstGeom>
          <a:noFill/>
          <a:ln w="9525">
            <a:noFill/>
            <a:miter lim="800000"/>
            <a:headEnd/>
            <a:tailEnd/>
          </a:ln>
        </p:spPr>
      </p:pic>
      <p:sp>
        <p:nvSpPr>
          <p:cNvPr id="14" name="13 Rectángulo"/>
          <p:cNvSpPr/>
          <p:nvPr/>
        </p:nvSpPr>
        <p:spPr>
          <a:xfrm>
            <a:off x="467544" y="2420888"/>
            <a:ext cx="1115616" cy="769441"/>
          </a:xfrm>
          <a:prstGeom prst="rect">
            <a:avLst/>
          </a:prstGeom>
          <a:noFill/>
        </p:spPr>
        <p:txBody>
          <a:bodyPr wrap="square" lIns="91440" tIns="45720" rIns="91440" bIns="45720">
            <a:spAutoFit/>
          </a:bodyPr>
          <a:lstStyle/>
          <a:p>
            <a:pPr algn="ct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5" name="14 Rectángulo"/>
          <p:cNvSpPr/>
          <p:nvPr/>
        </p:nvSpPr>
        <p:spPr>
          <a:xfrm>
            <a:off x="467544" y="2348880"/>
            <a:ext cx="861774" cy="3477875"/>
          </a:xfrm>
          <a:prstGeom prst="rect">
            <a:avLst/>
          </a:prstGeom>
          <a:noFill/>
        </p:spPr>
        <p:txBody>
          <a:bodyPr vert="vert270" wrap="square" lIns="91440" tIns="45720" rIns="91440" bIns="45720" anchor="ctr">
            <a:spAutoFit/>
          </a:bodyPr>
          <a:lstStyle/>
          <a:p>
            <a:pPr algn="ctr"/>
            <a:r>
              <a:rPr lang="es-E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Ejemplo</a:t>
            </a: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683568" y="620688"/>
            <a:ext cx="7488832" cy="1446550"/>
          </a:xfrm>
          <a:prstGeom prst="rect">
            <a:avLst/>
          </a:prstGeom>
          <a:noFill/>
        </p:spPr>
        <p:txBody>
          <a:bodyPr wrap="square" lIns="91440" tIns="45720" rIns="91440" bIns="45720">
            <a:spAutoFit/>
          </a:bodyPr>
          <a:lstStyle/>
          <a:p>
            <a:pPr algn="ctr"/>
            <a:r>
              <a:rPr lang="es-E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Jerarquía según Chomsky</a:t>
            </a: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3" name="2 Marcador de contenido"/>
          <p:cNvSpPr>
            <a:spLocks noGrp="1"/>
          </p:cNvSpPr>
          <p:nvPr>
            <p:ph sz="quarter" idx="1"/>
          </p:nvPr>
        </p:nvSpPr>
        <p:spPr>
          <a:xfrm>
            <a:off x="1187624" y="1916832"/>
            <a:ext cx="6324505" cy="4320480"/>
          </a:xfrm>
        </p:spPr>
        <p:txBody>
          <a:bodyPr>
            <a:normAutofit/>
          </a:bodyPr>
          <a:lstStyle/>
          <a:p>
            <a:pPr marL="0">
              <a:spcBef>
                <a:spcPts val="0"/>
              </a:spcBef>
              <a:buNone/>
            </a:pPr>
            <a:r>
              <a:rPr lang="es-MX" sz="2000" b="1" dirty="0" smtClean="0"/>
              <a:t>Gramáticas Tipo 1</a:t>
            </a:r>
          </a:p>
          <a:p>
            <a:pPr marL="0">
              <a:spcBef>
                <a:spcPts val="0"/>
              </a:spcBef>
              <a:buNone/>
            </a:pPr>
            <a:endParaRPr lang="es-MX" sz="2200" dirty="0" smtClean="0"/>
          </a:p>
          <a:p>
            <a:pPr marL="0">
              <a:spcBef>
                <a:spcPts val="0"/>
              </a:spcBef>
              <a:buNone/>
            </a:pPr>
            <a:r>
              <a:rPr lang="es-MX" sz="2200" dirty="0" smtClean="0"/>
              <a:t>También llamadas gramáticas sensibles al contexto, en estas las reglas de producción son de la siguiente forma:</a:t>
            </a:r>
          </a:p>
          <a:p>
            <a:pPr marL="0">
              <a:spcBef>
                <a:spcPts val="0"/>
              </a:spcBef>
              <a:buNone/>
            </a:pPr>
            <a:endParaRPr lang="es-MX" sz="2200" dirty="0" smtClean="0"/>
          </a:p>
          <a:p>
            <a:pPr marL="0">
              <a:spcBef>
                <a:spcPts val="0"/>
              </a:spcBef>
              <a:buNone/>
            </a:pPr>
            <a:endParaRPr lang="es-MX" sz="2200" dirty="0" smtClean="0"/>
          </a:p>
          <a:p>
            <a:pPr marL="0">
              <a:spcBef>
                <a:spcPts val="0"/>
              </a:spcBef>
              <a:buNone/>
            </a:pPr>
            <a:r>
              <a:rPr lang="es-MX" sz="2200" dirty="0" smtClean="0"/>
              <a:t>Siendo:                                    y</a:t>
            </a:r>
          </a:p>
          <a:p>
            <a:pPr marL="0">
              <a:spcBef>
                <a:spcPts val="0"/>
              </a:spcBef>
              <a:buNone/>
            </a:pPr>
            <a:r>
              <a:rPr lang="es-MX" sz="2200" dirty="0" smtClean="0"/>
              <a:t>                                 </a:t>
            </a:r>
          </a:p>
          <a:p>
            <a:pPr marL="0">
              <a:spcBef>
                <a:spcPts val="0"/>
              </a:spcBef>
              <a:buNone/>
            </a:pPr>
            <a:r>
              <a:rPr lang="es-MX" sz="2200" dirty="0" smtClean="0"/>
              <a:t>Estas gramáticas se llaman sensibles al contexto, pues se puede remplazar A por  siempre que estén en el contexto </a:t>
            </a:r>
          </a:p>
          <a:p>
            <a:pPr marL="0">
              <a:spcBef>
                <a:spcPts val="0"/>
              </a:spcBef>
              <a:buNone/>
            </a:pPr>
            <a:endParaRPr lang="es-MX" sz="3200" dirty="0" smtClean="0"/>
          </a:p>
        </p:txBody>
      </p:sp>
      <p:sp>
        <p:nvSpPr>
          <p:cNvPr id="2253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3"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765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76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76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grpSp>
        <p:nvGrpSpPr>
          <p:cNvPr id="18" name="17 Grupo"/>
          <p:cNvGrpSpPr/>
          <p:nvPr/>
        </p:nvGrpSpPr>
        <p:grpSpPr>
          <a:xfrm>
            <a:off x="2483768" y="3789040"/>
            <a:ext cx="4392488" cy="2232248"/>
            <a:chOff x="2483768" y="3789040"/>
            <a:chExt cx="4392488" cy="2232248"/>
          </a:xfrm>
        </p:grpSpPr>
        <p:pic>
          <p:nvPicPr>
            <p:cNvPr id="27649" name="Picture 1"/>
            <p:cNvPicPr>
              <a:picLocks noChangeAspect="1" noChangeArrowheads="1"/>
            </p:cNvPicPr>
            <p:nvPr/>
          </p:nvPicPr>
          <p:blipFill>
            <a:blip r:embed="rId2" cstate="print">
              <a:clrChange>
                <a:clrFrom>
                  <a:srgbClr val="FFFFFF"/>
                </a:clrFrom>
                <a:clrTo>
                  <a:srgbClr val="FFFFFF">
                    <a:alpha val="0"/>
                  </a:srgbClr>
                </a:clrTo>
              </a:clrChange>
              <a:lum bright="-40000" contrast="-40000"/>
            </a:blip>
            <a:srcRect/>
            <a:stretch>
              <a:fillRect/>
            </a:stretch>
          </p:blipFill>
          <p:spPr bwMode="auto">
            <a:xfrm>
              <a:off x="3707904" y="3789040"/>
              <a:ext cx="1656184" cy="455451"/>
            </a:xfrm>
            <a:prstGeom prst="rect">
              <a:avLst/>
            </a:prstGeom>
            <a:noFill/>
          </p:spPr>
        </p:pic>
        <p:pic>
          <p:nvPicPr>
            <p:cNvPr id="27651" name="Picture 3"/>
            <p:cNvPicPr>
              <a:picLocks noChangeAspect="1" noChangeArrowheads="1"/>
            </p:cNvPicPr>
            <p:nvPr/>
          </p:nvPicPr>
          <p:blipFill>
            <a:blip r:embed="rId3" cstate="print">
              <a:clrChange>
                <a:clrFrom>
                  <a:srgbClr val="FFFFFF"/>
                </a:clrFrom>
                <a:clrTo>
                  <a:srgbClr val="FFFFFF">
                    <a:alpha val="0"/>
                  </a:srgbClr>
                </a:clrTo>
              </a:clrChange>
              <a:lum bright="-40000" contrast="-40000"/>
            </a:blip>
            <a:srcRect/>
            <a:stretch>
              <a:fillRect/>
            </a:stretch>
          </p:blipFill>
          <p:spPr bwMode="auto">
            <a:xfrm>
              <a:off x="2483768" y="4365104"/>
              <a:ext cx="2186425" cy="288032"/>
            </a:xfrm>
            <a:prstGeom prst="rect">
              <a:avLst/>
            </a:prstGeom>
            <a:noFill/>
          </p:spPr>
        </p:pic>
        <p:pic>
          <p:nvPicPr>
            <p:cNvPr id="27653" name="Picture 5"/>
            <p:cNvPicPr>
              <a:picLocks noChangeAspect="1" noChangeArrowheads="1"/>
            </p:cNvPicPr>
            <p:nvPr/>
          </p:nvPicPr>
          <p:blipFill>
            <a:blip r:embed="rId4" cstate="print">
              <a:clrChange>
                <a:clrFrom>
                  <a:srgbClr val="FFFFFF"/>
                </a:clrFrom>
                <a:clrTo>
                  <a:srgbClr val="FFFFFF">
                    <a:alpha val="0"/>
                  </a:srgbClr>
                </a:clrTo>
              </a:clrChange>
              <a:lum bright="-40000" contrast="-40000"/>
            </a:blip>
            <a:srcRect/>
            <a:stretch>
              <a:fillRect/>
            </a:stretch>
          </p:blipFill>
          <p:spPr bwMode="auto">
            <a:xfrm>
              <a:off x="5652120" y="4365104"/>
              <a:ext cx="1224136" cy="272030"/>
            </a:xfrm>
            <a:prstGeom prst="rect">
              <a:avLst/>
            </a:prstGeom>
            <a:noFill/>
          </p:spPr>
        </p:pic>
        <p:pic>
          <p:nvPicPr>
            <p:cNvPr id="27655" name="Picture 7"/>
            <p:cNvPicPr>
              <a:picLocks noChangeAspect="1" noChangeArrowheads="1"/>
            </p:cNvPicPr>
            <p:nvPr/>
          </p:nvPicPr>
          <p:blipFill>
            <a:blip r:embed="rId5" cstate="print">
              <a:clrChange>
                <a:clrFrom>
                  <a:srgbClr val="FFFFFF"/>
                </a:clrFrom>
                <a:clrTo>
                  <a:srgbClr val="FFFFFF">
                    <a:alpha val="0"/>
                  </a:srgbClr>
                </a:clrTo>
              </a:clrChange>
              <a:lum bright="-40000" contrast="40000"/>
            </a:blip>
            <a:srcRect/>
            <a:stretch>
              <a:fillRect/>
            </a:stretch>
          </p:blipFill>
          <p:spPr bwMode="auto">
            <a:xfrm>
              <a:off x="5652120" y="5697252"/>
              <a:ext cx="648072" cy="324036"/>
            </a:xfrm>
            <a:prstGeom prst="rect">
              <a:avLst/>
            </a:prstGeom>
            <a:noFill/>
          </p:spPr>
        </p:pic>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683568" y="620688"/>
            <a:ext cx="7488832" cy="1446550"/>
          </a:xfrm>
          <a:prstGeom prst="rect">
            <a:avLst/>
          </a:prstGeom>
          <a:noFill/>
        </p:spPr>
        <p:txBody>
          <a:bodyPr wrap="square" lIns="91440" tIns="45720" rIns="91440" bIns="45720">
            <a:spAutoFit/>
          </a:bodyPr>
          <a:lstStyle/>
          <a:p>
            <a:pPr algn="ctr"/>
            <a:r>
              <a:rPr lang="es-E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Jerarquía según Chomsky</a:t>
            </a: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2253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3"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14" name="13 Rectángulo"/>
          <p:cNvSpPr/>
          <p:nvPr/>
        </p:nvSpPr>
        <p:spPr>
          <a:xfrm>
            <a:off x="467544" y="2420888"/>
            <a:ext cx="1115616" cy="769441"/>
          </a:xfrm>
          <a:prstGeom prst="rect">
            <a:avLst/>
          </a:prstGeom>
          <a:noFill/>
        </p:spPr>
        <p:txBody>
          <a:bodyPr wrap="square" lIns="91440" tIns="45720" rIns="91440" bIns="45720">
            <a:spAutoFit/>
          </a:bodyPr>
          <a:lstStyle/>
          <a:p>
            <a:pPr algn="ct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5" name="14 Rectángulo"/>
          <p:cNvSpPr/>
          <p:nvPr/>
        </p:nvSpPr>
        <p:spPr>
          <a:xfrm>
            <a:off x="467544" y="2348880"/>
            <a:ext cx="861774" cy="3477875"/>
          </a:xfrm>
          <a:prstGeom prst="rect">
            <a:avLst/>
          </a:prstGeom>
          <a:noFill/>
        </p:spPr>
        <p:txBody>
          <a:bodyPr vert="vert270" wrap="square" lIns="91440" tIns="45720" rIns="91440" bIns="45720" anchor="ctr">
            <a:spAutoFit/>
          </a:bodyPr>
          <a:lstStyle/>
          <a:p>
            <a:pPr algn="ctr"/>
            <a:r>
              <a:rPr lang="es-E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Ejemplo</a:t>
            </a: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pic>
        <p:nvPicPr>
          <p:cNvPr id="10" name="9 Imagen"/>
          <p:cNvPicPr/>
          <p:nvPr/>
        </p:nvPicPr>
        <p:blipFill>
          <a:blip r:embed="rId2" cstate="print">
            <a:lum bright="-10000" contrast="40000"/>
            <a:extLst>
              <a:ext uri="{28A0092B-C50C-407E-A947-70E740481C1C}">
                <a14:useLocalDpi xmlns:a14="http://schemas.microsoft.com/office/drawing/2010/main" val="0"/>
              </a:ext>
            </a:extLst>
          </a:blip>
          <a:srcRect l="1627" t="2954" r="6024" b="8182"/>
          <a:stretch>
            <a:fillRect/>
          </a:stretch>
        </p:blipFill>
        <p:spPr bwMode="auto">
          <a:xfrm>
            <a:off x="1763688" y="3356992"/>
            <a:ext cx="6264696" cy="1656184"/>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3 Rectángulo"/>
          <p:cNvSpPr/>
          <p:nvPr/>
        </p:nvSpPr>
        <p:spPr>
          <a:xfrm>
            <a:off x="683568" y="620688"/>
            <a:ext cx="7488832" cy="1446550"/>
          </a:xfrm>
          <a:prstGeom prst="rect">
            <a:avLst/>
          </a:prstGeom>
          <a:noFill/>
        </p:spPr>
        <p:txBody>
          <a:bodyPr wrap="square" lIns="91440" tIns="45720" rIns="91440" bIns="45720">
            <a:spAutoFit/>
          </a:bodyPr>
          <a:lstStyle/>
          <a:p>
            <a:pPr algn="ctr"/>
            <a:r>
              <a:rPr lang="es-E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Jerarquía según Chomsky</a:t>
            </a: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3" name="2 Marcador de contenido"/>
          <p:cNvSpPr>
            <a:spLocks noGrp="1"/>
          </p:cNvSpPr>
          <p:nvPr>
            <p:ph sz="quarter" idx="1"/>
          </p:nvPr>
        </p:nvSpPr>
        <p:spPr>
          <a:xfrm>
            <a:off x="611560" y="1988840"/>
            <a:ext cx="7488832" cy="4293096"/>
          </a:xfrm>
        </p:spPr>
        <p:txBody>
          <a:bodyPr>
            <a:normAutofit/>
          </a:bodyPr>
          <a:lstStyle/>
          <a:p>
            <a:pPr marL="0">
              <a:spcBef>
                <a:spcPts val="0"/>
              </a:spcBef>
              <a:buNone/>
            </a:pPr>
            <a:r>
              <a:rPr lang="es-MX" sz="1800" b="1" dirty="0" smtClean="0"/>
              <a:t>Gramáticas Tipo 2</a:t>
            </a:r>
          </a:p>
          <a:p>
            <a:pPr marL="0">
              <a:spcBef>
                <a:spcPts val="0"/>
              </a:spcBef>
              <a:buNone/>
            </a:pPr>
            <a:endParaRPr lang="es-MX" sz="1800" dirty="0" smtClean="0"/>
          </a:p>
          <a:p>
            <a:pPr marL="0">
              <a:spcBef>
                <a:spcPts val="0"/>
              </a:spcBef>
              <a:buNone/>
            </a:pPr>
            <a:r>
              <a:rPr lang="es-MX" sz="1600" dirty="0" smtClean="0"/>
              <a:t>Estás gramáticas se denominan gramáticas libres de contexto, las reglas de producción de estás solo admiten tener un símbolo no terminal en su parte izquierda, es decir son de la forma:</a:t>
            </a:r>
          </a:p>
          <a:p>
            <a:pPr marL="0">
              <a:spcBef>
                <a:spcPts val="0"/>
              </a:spcBef>
              <a:buNone/>
            </a:pPr>
            <a:endParaRPr lang="es-MX" sz="1600" dirty="0" smtClean="0"/>
          </a:p>
          <a:p>
            <a:pPr marL="0">
              <a:spcBef>
                <a:spcPts val="0"/>
              </a:spcBef>
              <a:buNone/>
            </a:pPr>
            <a:endParaRPr lang="es-MX" sz="1600" dirty="0" smtClean="0"/>
          </a:p>
          <a:p>
            <a:pPr marL="0">
              <a:spcBef>
                <a:spcPts val="0"/>
              </a:spcBef>
              <a:buNone/>
            </a:pPr>
            <a:r>
              <a:rPr lang="es-MX" sz="1600" dirty="0" smtClean="0"/>
              <a:t>Siendo:</a:t>
            </a:r>
          </a:p>
          <a:p>
            <a:pPr marL="0">
              <a:spcBef>
                <a:spcPts val="0"/>
              </a:spcBef>
              <a:buNone/>
            </a:pPr>
            <a:endParaRPr lang="es-MX" sz="1600" dirty="0" smtClean="0"/>
          </a:p>
          <a:p>
            <a:pPr marL="0">
              <a:spcBef>
                <a:spcPts val="0"/>
              </a:spcBef>
              <a:buNone/>
            </a:pPr>
            <a:r>
              <a:rPr lang="es-MX" sz="1600" dirty="0" smtClean="0"/>
              <a:t>Si cada regla se representa como un par ordenado (A,    ) ,   el conjunto P es un subconjunto del conjunto producto cartesiano </a:t>
            </a:r>
          </a:p>
          <a:p>
            <a:pPr marL="0">
              <a:spcBef>
                <a:spcPts val="0"/>
              </a:spcBef>
              <a:buNone/>
            </a:pPr>
            <a:r>
              <a:rPr lang="es-MX" sz="1600" dirty="0" smtClean="0"/>
              <a:t>VN x                        , es decir:</a:t>
            </a:r>
          </a:p>
          <a:p>
            <a:pPr marL="0">
              <a:spcBef>
                <a:spcPts val="0"/>
              </a:spcBef>
              <a:buNone/>
            </a:pPr>
            <a:endParaRPr lang="es-MX" sz="1600" dirty="0" smtClean="0"/>
          </a:p>
          <a:p>
            <a:pPr marL="0">
              <a:spcBef>
                <a:spcPts val="0"/>
              </a:spcBef>
              <a:buNone/>
            </a:pPr>
            <a:endParaRPr lang="es-MX" sz="1600" dirty="0" smtClean="0"/>
          </a:p>
          <a:p>
            <a:pPr marL="0">
              <a:spcBef>
                <a:spcPts val="0"/>
              </a:spcBef>
              <a:buNone/>
            </a:pPr>
            <a:r>
              <a:rPr lang="es-MX" sz="1600" dirty="0" smtClean="0"/>
              <a:t>La denominación contexto libre se debe a que se puede cambiar A por , independiente del contexto en que aparezca A.</a:t>
            </a:r>
          </a:p>
        </p:txBody>
      </p:sp>
      <p:sp>
        <p:nvSpPr>
          <p:cNvPr id="2253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3"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765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76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76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327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3277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3277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pic>
        <p:nvPicPr>
          <p:cNvPr id="32773" name="Picture 5"/>
          <p:cNvPicPr>
            <a:picLocks noChangeAspect="1" noChangeArrowheads="1"/>
          </p:cNvPicPr>
          <p:nvPr/>
        </p:nvPicPr>
        <p:blipFill>
          <a:blip r:embed="rId3" cstate="print">
            <a:clrChange>
              <a:clrFrom>
                <a:srgbClr val="FFFFFF"/>
              </a:clrFrom>
              <a:clrTo>
                <a:srgbClr val="FFFFFF">
                  <a:alpha val="0"/>
                </a:srgbClr>
              </a:clrTo>
            </a:clrChange>
            <a:lum bright="-40000" contrast="40000"/>
          </a:blip>
          <a:srcRect/>
          <a:stretch>
            <a:fillRect/>
          </a:stretch>
        </p:blipFill>
        <p:spPr bwMode="auto">
          <a:xfrm>
            <a:off x="5724128" y="4293096"/>
            <a:ext cx="170201" cy="267458"/>
          </a:xfrm>
          <a:prstGeom prst="rect">
            <a:avLst/>
          </a:prstGeom>
          <a:noFill/>
        </p:spPr>
      </p:pic>
      <p:sp>
        <p:nvSpPr>
          <p:cNvPr id="3277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3277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grpSp>
        <p:nvGrpSpPr>
          <p:cNvPr id="26" name="25 Grupo"/>
          <p:cNvGrpSpPr/>
          <p:nvPr/>
        </p:nvGrpSpPr>
        <p:grpSpPr>
          <a:xfrm>
            <a:off x="1187624" y="3356992"/>
            <a:ext cx="4104456" cy="2088232"/>
            <a:chOff x="1259632" y="3662902"/>
            <a:chExt cx="4104456" cy="2088232"/>
          </a:xfrm>
        </p:grpSpPr>
        <p:pic>
          <p:nvPicPr>
            <p:cNvPr id="32769" name="Picture 1"/>
            <p:cNvPicPr>
              <a:picLocks noChangeAspect="1" noChangeArrowheads="1"/>
            </p:cNvPicPr>
            <p:nvPr/>
          </p:nvPicPr>
          <p:blipFill>
            <a:blip r:embed="rId4" cstate="print">
              <a:clrChange>
                <a:clrFrom>
                  <a:srgbClr val="FFFFFF"/>
                </a:clrFrom>
                <a:clrTo>
                  <a:srgbClr val="FFFFFF">
                    <a:alpha val="0"/>
                  </a:srgbClr>
                </a:clrTo>
              </a:clrChange>
              <a:lum bright="-40000" contrast="40000"/>
            </a:blip>
            <a:srcRect/>
            <a:stretch>
              <a:fillRect/>
            </a:stretch>
          </p:blipFill>
          <p:spPr bwMode="auto">
            <a:xfrm>
              <a:off x="4139952" y="3662902"/>
              <a:ext cx="792088" cy="405255"/>
            </a:xfrm>
            <a:prstGeom prst="rect">
              <a:avLst/>
            </a:prstGeom>
            <a:noFill/>
          </p:spPr>
        </p:pic>
        <p:pic>
          <p:nvPicPr>
            <p:cNvPr id="32771" name="Picture 3"/>
            <p:cNvPicPr>
              <a:picLocks noChangeAspect="1" noChangeArrowheads="1"/>
            </p:cNvPicPr>
            <p:nvPr/>
          </p:nvPicPr>
          <p:blipFill>
            <a:blip r:embed="rId5" cstate="print">
              <a:clrChange>
                <a:clrFrom>
                  <a:srgbClr val="FFFFFF"/>
                </a:clrFrom>
                <a:clrTo>
                  <a:srgbClr val="FFFFFF">
                    <a:alpha val="0"/>
                  </a:srgbClr>
                </a:clrTo>
              </a:clrChange>
              <a:lum bright="-40000" contrast="40000"/>
            </a:blip>
            <a:srcRect/>
            <a:stretch>
              <a:fillRect/>
            </a:stretch>
          </p:blipFill>
          <p:spPr bwMode="auto">
            <a:xfrm>
              <a:off x="1763688" y="4147967"/>
              <a:ext cx="1944216" cy="235015"/>
            </a:xfrm>
            <a:prstGeom prst="rect">
              <a:avLst/>
            </a:prstGeom>
            <a:noFill/>
          </p:spPr>
        </p:pic>
        <p:pic>
          <p:nvPicPr>
            <p:cNvPr id="32775" name="Picture 7"/>
            <p:cNvPicPr>
              <a:picLocks noChangeAspect="1" noChangeArrowheads="1"/>
            </p:cNvPicPr>
            <p:nvPr/>
          </p:nvPicPr>
          <p:blipFill>
            <a:blip r:embed="rId6" cstate="print">
              <a:clrChange>
                <a:clrFrom>
                  <a:srgbClr val="FFFFFF"/>
                </a:clrFrom>
                <a:clrTo>
                  <a:srgbClr val="FFFFFF">
                    <a:alpha val="0"/>
                  </a:srgbClr>
                </a:clrTo>
              </a:clrChange>
              <a:lum bright="-40000" contrast="40000"/>
            </a:blip>
            <a:srcRect/>
            <a:stretch>
              <a:fillRect/>
            </a:stretch>
          </p:blipFill>
          <p:spPr bwMode="auto">
            <a:xfrm>
              <a:off x="1259632" y="5085184"/>
              <a:ext cx="1374696" cy="288032"/>
            </a:xfrm>
            <a:prstGeom prst="rect">
              <a:avLst/>
            </a:prstGeom>
            <a:noFill/>
          </p:spPr>
        </p:pic>
        <p:pic>
          <p:nvPicPr>
            <p:cNvPr id="32777" name="Picture 9"/>
            <p:cNvPicPr>
              <a:picLocks noChangeAspect="1" noChangeArrowheads="1"/>
            </p:cNvPicPr>
            <p:nvPr/>
          </p:nvPicPr>
          <p:blipFill>
            <a:blip r:embed="rId7" cstate="print">
              <a:clrChange>
                <a:clrFrom>
                  <a:srgbClr val="FFFFFF"/>
                </a:clrFrom>
                <a:clrTo>
                  <a:srgbClr val="FFFFFF">
                    <a:alpha val="0"/>
                  </a:srgbClr>
                </a:clrTo>
              </a:clrChange>
              <a:lum bright="-40000" contrast="40000"/>
            </a:blip>
            <a:srcRect/>
            <a:stretch>
              <a:fillRect/>
            </a:stretch>
          </p:blipFill>
          <p:spPr bwMode="auto">
            <a:xfrm>
              <a:off x="3347864" y="5445224"/>
              <a:ext cx="2016224" cy="305910"/>
            </a:xfrm>
            <a:prstGeom prst="rect">
              <a:avLst/>
            </a:prstGeom>
            <a:noFill/>
          </p:spPr>
        </p:pic>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683568" y="620688"/>
            <a:ext cx="7488832" cy="1446550"/>
          </a:xfrm>
          <a:prstGeom prst="rect">
            <a:avLst/>
          </a:prstGeom>
          <a:noFill/>
        </p:spPr>
        <p:txBody>
          <a:bodyPr wrap="square" lIns="91440" tIns="45720" rIns="91440" bIns="45720">
            <a:spAutoFit/>
          </a:bodyPr>
          <a:lstStyle/>
          <a:p>
            <a:pPr algn="ctr"/>
            <a:r>
              <a:rPr lang="es-E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Jerarquía según Chomsky</a:t>
            </a: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2253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3"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14" name="13 Rectángulo"/>
          <p:cNvSpPr/>
          <p:nvPr/>
        </p:nvSpPr>
        <p:spPr>
          <a:xfrm>
            <a:off x="467544" y="2420888"/>
            <a:ext cx="1115616" cy="769441"/>
          </a:xfrm>
          <a:prstGeom prst="rect">
            <a:avLst/>
          </a:prstGeom>
          <a:noFill/>
        </p:spPr>
        <p:txBody>
          <a:bodyPr wrap="square" lIns="91440" tIns="45720" rIns="91440" bIns="45720">
            <a:spAutoFit/>
          </a:bodyPr>
          <a:lstStyle/>
          <a:p>
            <a:pPr algn="ct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5" name="14 Rectángulo"/>
          <p:cNvSpPr/>
          <p:nvPr/>
        </p:nvSpPr>
        <p:spPr>
          <a:xfrm>
            <a:off x="467544" y="2348880"/>
            <a:ext cx="861774" cy="3477875"/>
          </a:xfrm>
          <a:prstGeom prst="rect">
            <a:avLst/>
          </a:prstGeom>
          <a:noFill/>
        </p:spPr>
        <p:txBody>
          <a:bodyPr vert="vert270" wrap="square" lIns="91440" tIns="45720" rIns="91440" bIns="45720" anchor="ctr">
            <a:spAutoFit/>
          </a:bodyPr>
          <a:lstStyle/>
          <a:p>
            <a:pPr algn="ctr"/>
            <a:r>
              <a:rPr lang="es-E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Ejemplo</a:t>
            </a: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pic>
        <p:nvPicPr>
          <p:cNvPr id="9" name="8 Imagen"/>
          <p:cNvPicPr/>
          <p:nvPr/>
        </p:nvPicPr>
        <p:blipFill>
          <a:blip r:embed="rId2" cstate="print">
            <a:lum bright="-10000" contrast="40000"/>
            <a:extLst>
              <a:ext uri="{28A0092B-C50C-407E-A947-70E740481C1C}">
                <a14:useLocalDpi xmlns:a14="http://schemas.microsoft.com/office/drawing/2010/main" val="0"/>
              </a:ext>
            </a:extLst>
          </a:blip>
          <a:srcRect t="602" r="3665" b="6090"/>
          <a:stretch>
            <a:fillRect/>
          </a:stretch>
        </p:blipFill>
        <p:spPr bwMode="auto">
          <a:xfrm>
            <a:off x="1475656" y="3140968"/>
            <a:ext cx="6768752" cy="1872208"/>
          </a:xfrm>
          <a:prstGeom prst="rect">
            <a:avLst/>
          </a:prstGeom>
          <a:noFill/>
          <a:ln>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3 Rectángulo"/>
          <p:cNvSpPr/>
          <p:nvPr/>
        </p:nvSpPr>
        <p:spPr>
          <a:xfrm>
            <a:off x="683568" y="620688"/>
            <a:ext cx="7488832" cy="1446550"/>
          </a:xfrm>
          <a:prstGeom prst="rect">
            <a:avLst/>
          </a:prstGeom>
          <a:noFill/>
        </p:spPr>
        <p:txBody>
          <a:bodyPr wrap="square" lIns="91440" tIns="45720" rIns="91440" bIns="45720">
            <a:spAutoFit/>
          </a:bodyPr>
          <a:lstStyle/>
          <a:p>
            <a:pPr algn="ctr"/>
            <a:r>
              <a:rPr lang="es-E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Jerarquía según Chomsky</a:t>
            </a: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3" name="2 Marcador de contenido"/>
          <p:cNvSpPr>
            <a:spLocks noGrp="1"/>
          </p:cNvSpPr>
          <p:nvPr>
            <p:ph sz="quarter" idx="1"/>
          </p:nvPr>
        </p:nvSpPr>
        <p:spPr>
          <a:xfrm>
            <a:off x="611560" y="2348880"/>
            <a:ext cx="7488832" cy="3600400"/>
          </a:xfrm>
        </p:spPr>
        <p:txBody>
          <a:bodyPr>
            <a:normAutofit/>
          </a:bodyPr>
          <a:lstStyle/>
          <a:p>
            <a:pPr marL="0">
              <a:spcBef>
                <a:spcPts val="0"/>
              </a:spcBef>
              <a:buNone/>
            </a:pPr>
            <a:r>
              <a:rPr lang="es-MX" sz="1800" b="1" dirty="0" smtClean="0"/>
              <a:t>Gramáticas Tipo 3</a:t>
            </a:r>
          </a:p>
          <a:p>
            <a:pPr marL="0">
              <a:spcBef>
                <a:spcPts val="0"/>
              </a:spcBef>
              <a:buNone/>
            </a:pPr>
            <a:endParaRPr lang="es-MX" sz="1800" b="1" dirty="0" smtClean="0"/>
          </a:p>
          <a:p>
            <a:pPr marL="0">
              <a:spcBef>
                <a:spcPts val="0"/>
              </a:spcBef>
              <a:buNone/>
            </a:pPr>
            <a:r>
              <a:rPr lang="es-MX" sz="1800" dirty="0" smtClean="0"/>
              <a:t>Las gramáticas de tipo 3 también se denominan regulares o gramáticas lineales al a derecha comienzan sus reglas de producción por un símbolo terminal, que  puede ser seguido o no por un símbolo no terminal, es decir son de la forma:</a:t>
            </a:r>
          </a:p>
          <a:p>
            <a:pPr marL="0">
              <a:spcBef>
                <a:spcPts val="0"/>
              </a:spcBef>
              <a:buNone/>
            </a:pPr>
            <a:endParaRPr lang="es-MX" sz="1800" dirty="0" smtClean="0"/>
          </a:p>
          <a:p>
            <a:pPr marL="0">
              <a:spcBef>
                <a:spcPts val="0"/>
              </a:spcBef>
              <a:buNone/>
            </a:pPr>
            <a:r>
              <a:rPr lang="es-MX" sz="1600" dirty="0" smtClean="0"/>
              <a:t>A           </a:t>
            </a:r>
            <a:r>
              <a:rPr lang="es-MX" sz="1600" dirty="0" err="1" smtClean="0"/>
              <a:t>aB</a:t>
            </a:r>
            <a:endParaRPr lang="es-MX" sz="1600" dirty="0" smtClean="0"/>
          </a:p>
          <a:p>
            <a:pPr marL="0">
              <a:spcBef>
                <a:spcPts val="0"/>
              </a:spcBef>
              <a:buNone/>
            </a:pPr>
            <a:r>
              <a:rPr lang="es-MX" sz="1600" dirty="0" smtClean="0"/>
              <a:t>A            </a:t>
            </a:r>
            <a:r>
              <a:rPr lang="es-MX" sz="1600" dirty="0" err="1" smtClean="0"/>
              <a:t>a</a:t>
            </a:r>
            <a:endParaRPr lang="es-MX" sz="1600" dirty="0" smtClean="0"/>
          </a:p>
          <a:p>
            <a:pPr marL="0">
              <a:spcBef>
                <a:spcPts val="0"/>
              </a:spcBef>
              <a:buNone/>
            </a:pPr>
            <a:endParaRPr lang="es-MX" sz="1600" dirty="0" smtClean="0"/>
          </a:p>
          <a:p>
            <a:pPr marL="0">
              <a:spcBef>
                <a:spcPts val="0"/>
              </a:spcBef>
              <a:buNone/>
            </a:pPr>
            <a:r>
              <a:rPr lang="es-MX" sz="1600" dirty="0" smtClean="0"/>
              <a:t>donde A, B     VN y     VT</a:t>
            </a:r>
          </a:p>
          <a:p>
            <a:pPr marL="0">
              <a:spcBef>
                <a:spcPts val="0"/>
              </a:spcBef>
              <a:buNone/>
            </a:pPr>
            <a:endParaRPr lang="es-MX" sz="1600" dirty="0" smtClean="0"/>
          </a:p>
        </p:txBody>
      </p:sp>
      <p:sp>
        <p:nvSpPr>
          <p:cNvPr id="2253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3"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765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76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76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327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3277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3277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3277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3277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348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3482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grpSp>
        <p:nvGrpSpPr>
          <p:cNvPr id="29" name="28 Grupo"/>
          <p:cNvGrpSpPr/>
          <p:nvPr/>
        </p:nvGrpSpPr>
        <p:grpSpPr>
          <a:xfrm>
            <a:off x="1835696" y="4437112"/>
            <a:ext cx="1656184" cy="864096"/>
            <a:chOff x="1835696" y="4077072"/>
            <a:chExt cx="1656184" cy="864096"/>
          </a:xfrm>
        </p:grpSpPr>
        <p:cxnSp>
          <p:nvCxnSpPr>
            <p:cNvPr id="23" name="22 Conector recto de flecha"/>
            <p:cNvCxnSpPr/>
            <p:nvPr/>
          </p:nvCxnSpPr>
          <p:spPr>
            <a:xfrm>
              <a:off x="2195736" y="4077072"/>
              <a:ext cx="1296144"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23 Conector recto de flecha"/>
            <p:cNvCxnSpPr/>
            <p:nvPr/>
          </p:nvCxnSpPr>
          <p:spPr>
            <a:xfrm>
              <a:off x="2195736" y="4293096"/>
              <a:ext cx="1296144"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34817" name="Picture 1"/>
            <p:cNvPicPr>
              <a:picLocks noChangeAspect="1" noChangeArrowheads="1"/>
            </p:cNvPicPr>
            <p:nvPr/>
          </p:nvPicPr>
          <p:blipFill>
            <a:blip r:embed="rId3" cstate="print">
              <a:clrChange>
                <a:clrFrom>
                  <a:srgbClr val="FFFFFF"/>
                </a:clrFrom>
                <a:clrTo>
                  <a:srgbClr val="FFFFFF">
                    <a:alpha val="0"/>
                  </a:srgbClr>
                </a:clrTo>
              </a:clrChange>
              <a:lum bright="-40000" contrast="40000"/>
            </a:blip>
            <a:srcRect/>
            <a:stretch>
              <a:fillRect/>
            </a:stretch>
          </p:blipFill>
          <p:spPr bwMode="auto">
            <a:xfrm>
              <a:off x="1835696" y="4725144"/>
              <a:ext cx="95250" cy="209550"/>
            </a:xfrm>
            <a:prstGeom prst="rect">
              <a:avLst/>
            </a:prstGeom>
            <a:noFill/>
          </p:spPr>
        </p:pic>
        <p:pic>
          <p:nvPicPr>
            <p:cNvPr id="34819" name="Picture 3"/>
            <p:cNvPicPr>
              <a:picLocks noChangeAspect="1" noChangeArrowheads="1"/>
            </p:cNvPicPr>
            <p:nvPr/>
          </p:nvPicPr>
          <p:blipFill>
            <a:blip r:embed="rId4" cstate="print">
              <a:clrChange>
                <a:clrFrom>
                  <a:srgbClr val="FFFFFF"/>
                </a:clrFrom>
                <a:clrTo>
                  <a:srgbClr val="FFFFFF">
                    <a:alpha val="0"/>
                  </a:srgbClr>
                </a:clrTo>
              </a:clrChange>
              <a:lum bright="-40000" contrast="40000"/>
            </a:blip>
            <a:srcRect/>
            <a:stretch>
              <a:fillRect/>
            </a:stretch>
          </p:blipFill>
          <p:spPr bwMode="auto">
            <a:xfrm>
              <a:off x="2555776" y="4725144"/>
              <a:ext cx="144016" cy="216024"/>
            </a:xfrm>
            <a:prstGeom prst="rect">
              <a:avLst/>
            </a:prstGeom>
            <a:noFill/>
          </p:spPr>
        </p:pic>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683568" y="620688"/>
            <a:ext cx="7488832" cy="1446550"/>
          </a:xfrm>
          <a:prstGeom prst="rect">
            <a:avLst/>
          </a:prstGeom>
          <a:noFill/>
        </p:spPr>
        <p:txBody>
          <a:bodyPr wrap="square" lIns="91440" tIns="45720" rIns="91440" bIns="45720">
            <a:spAutoFit/>
          </a:bodyPr>
          <a:lstStyle/>
          <a:p>
            <a:pPr algn="ctr"/>
            <a:r>
              <a:rPr lang="es-E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Jerarquía según Chomsky</a:t>
            </a: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2253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22543"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14" name="13 Rectángulo"/>
          <p:cNvSpPr/>
          <p:nvPr/>
        </p:nvSpPr>
        <p:spPr>
          <a:xfrm>
            <a:off x="467544" y="2420888"/>
            <a:ext cx="1115616" cy="769441"/>
          </a:xfrm>
          <a:prstGeom prst="rect">
            <a:avLst/>
          </a:prstGeom>
          <a:noFill/>
        </p:spPr>
        <p:txBody>
          <a:bodyPr wrap="square" lIns="91440" tIns="45720" rIns="91440" bIns="45720">
            <a:spAutoFit/>
          </a:bodyPr>
          <a:lstStyle/>
          <a:p>
            <a:pPr algn="ct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5" name="14 Rectángulo"/>
          <p:cNvSpPr/>
          <p:nvPr/>
        </p:nvSpPr>
        <p:spPr>
          <a:xfrm>
            <a:off x="467544" y="2348880"/>
            <a:ext cx="861774" cy="3477875"/>
          </a:xfrm>
          <a:prstGeom prst="rect">
            <a:avLst/>
          </a:prstGeom>
          <a:noFill/>
        </p:spPr>
        <p:txBody>
          <a:bodyPr vert="vert270" wrap="square" lIns="91440" tIns="45720" rIns="91440" bIns="45720" anchor="ctr">
            <a:spAutoFit/>
          </a:bodyPr>
          <a:lstStyle/>
          <a:p>
            <a:pPr algn="ctr"/>
            <a:r>
              <a:rPr lang="es-E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Ejemplo</a:t>
            </a:r>
            <a:endParaRPr lang="es-E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pic>
        <p:nvPicPr>
          <p:cNvPr id="10" name="9 Imagen"/>
          <p:cNvPicPr/>
          <p:nvPr/>
        </p:nvPicPr>
        <p:blipFill>
          <a:blip r:embed="rId2" cstate="print">
            <a:lum bright="-10000" contrast="40000"/>
          </a:blip>
          <a:srcRect l="25064" t="15152" r="28680" b="62289"/>
          <a:stretch>
            <a:fillRect/>
          </a:stretch>
        </p:blipFill>
        <p:spPr bwMode="auto">
          <a:xfrm>
            <a:off x="1331640" y="2996952"/>
            <a:ext cx="7272808" cy="20882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rot="20409704">
            <a:off x="1427607" y="2123121"/>
            <a:ext cx="6324505" cy="2520280"/>
          </a:xfrm>
        </p:spPr>
        <p:txBody>
          <a:bodyPr>
            <a:normAutofit fontScale="62500" lnSpcReduction="20000"/>
          </a:bodyPr>
          <a:lstStyle/>
          <a:p>
            <a:pPr marL="0" lvl="0">
              <a:spcBef>
                <a:spcPts val="0"/>
              </a:spcBef>
              <a:buNone/>
            </a:pPr>
            <a:r>
              <a:rPr lang="es-MX" sz="2800" b="1" dirty="0" smtClean="0"/>
              <a:t>Gramáticas independientes del contexto</a:t>
            </a:r>
            <a:endParaRPr lang="es-MX" sz="2800" dirty="0" smtClean="0"/>
          </a:p>
          <a:p>
            <a:pPr marL="0">
              <a:spcBef>
                <a:spcPts val="0"/>
              </a:spcBef>
              <a:buNone/>
            </a:pPr>
            <a:r>
              <a:rPr lang="es-MX" sz="2800" dirty="0" smtClean="0"/>
              <a:t>Una gramática independiente del contexto es una notación formal que sirve para expresar las definiciones recursivas de los lenguajes. Una gramática consta de una o más variables que representan las clases de cadenas, es decir, los lenguajes. </a:t>
            </a:r>
          </a:p>
          <a:p>
            <a:pPr marL="0">
              <a:spcBef>
                <a:spcPts val="0"/>
              </a:spcBef>
              <a:buNone/>
            </a:pPr>
            <a:endParaRPr lang="es-MX" sz="2800" dirty="0" smtClean="0"/>
          </a:p>
          <a:p>
            <a:pPr marL="0" lvl="0">
              <a:spcBef>
                <a:spcPts val="0"/>
              </a:spcBef>
              <a:buNone/>
            </a:pPr>
            <a:r>
              <a:rPr lang="es-MX" sz="2800" b="1" dirty="0" smtClean="0"/>
              <a:t>Gramáticas equivalentes</a:t>
            </a:r>
            <a:endParaRPr lang="es-MX" sz="2800" dirty="0" smtClean="0"/>
          </a:p>
          <a:p>
            <a:pPr marL="0">
              <a:spcBef>
                <a:spcPts val="0"/>
              </a:spcBef>
              <a:buNone/>
            </a:pPr>
            <a:r>
              <a:rPr lang="es-MX" sz="2800" dirty="0" smtClean="0"/>
              <a:t>Dos gramáticas son equivalentes cuando generan el mismo lenguaje. Es evidente que, para que esto suceda, deben estar definidas sobre el mismo ΣT.</a:t>
            </a:r>
            <a:endParaRPr lang="es-MX" sz="2800" dirty="0"/>
          </a:p>
        </p:txBody>
      </p:sp>
      <p:sp>
        <p:nvSpPr>
          <p:cNvPr id="4" name="3 Rectángulo"/>
          <p:cNvSpPr/>
          <p:nvPr/>
        </p:nvSpPr>
        <p:spPr>
          <a:xfrm rot="20423610">
            <a:off x="408513" y="1558445"/>
            <a:ext cx="4005449" cy="769441"/>
          </a:xfrm>
          <a:prstGeom prst="rect">
            <a:avLst/>
          </a:prstGeom>
          <a:noFill/>
        </p:spPr>
        <p:txBody>
          <a:bodyPr wrap="square" lIns="91440" tIns="45720" rIns="91440" bIns="45720">
            <a:spAutoFit/>
          </a:bodyPr>
          <a:lstStyle/>
          <a:p>
            <a:pPr algn="ctr"/>
            <a:r>
              <a:rPr lang="es-ES" sz="4400" dirty="0" smtClean="0">
                <a:ln w="18415" cmpd="sng">
                  <a:solidFill>
                    <a:srgbClr val="00B0F0"/>
                  </a:solidFill>
                  <a:prstDash val="solid"/>
                </a:ln>
                <a:solidFill>
                  <a:srgbClr val="FFFFFF"/>
                </a:solidFill>
                <a:effectLst>
                  <a:outerShdw blurRad="63500" dir="3600000" algn="tl" rotWithShape="0">
                    <a:srgbClr val="000000">
                      <a:alpha val="70000"/>
                    </a:srgbClr>
                  </a:outerShdw>
                </a:effectLst>
              </a:rPr>
              <a:t>Gramáticas</a:t>
            </a:r>
            <a:endParaRPr lang="es-ES" sz="4400" dirty="0">
              <a:ln w="18415" cmpd="sng">
                <a:solidFill>
                  <a:srgbClr val="00B0F0"/>
                </a:solidFill>
                <a:prstDash val="solid"/>
              </a:ln>
              <a:solidFill>
                <a:srgbClr val="FFFFFF"/>
              </a:solidFill>
              <a:effectLst>
                <a:outerShdw blurRad="63500" dir="3600000" algn="tl" rotWithShape="0">
                  <a:srgbClr val="000000">
                    <a:alpha val="70000"/>
                  </a:srgbClr>
                </a:outerShdw>
              </a:effectLst>
            </a:endParaRPr>
          </a:p>
        </p:txBody>
      </p:sp>
      <p:pic>
        <p:nvPicPr>
          <p:cNvPr id="5" name="4 Imagen" descr="img925.gif"/>
          <p:cNvPicPr>
            <a:picLocks noChangeAspect="1"/>
          </p:cNvPicPr>
          <p:nvPr/>
        </p:nvPicPr>
        <p:blipFill>
          <a:blip r:embed="rId2" cstate="print">
            <a:lum bright="-10000" contrast="40000"/>
          </a:blip>
          <a:stretch>
            <a:fillRect/>
          </a:stretch>
        </p:blipFill>
        <p:spPr>
          <a:xfrm rot="1903810">
            <a:off x="4806288" y="4901745"/>
            <a:ext cx="2495550" cy="16002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6 Diagrama"/>
          <p:cNvGraphicFramePr/>
          <p:nvPr/>
        </p:nvGraphicFramePr>
        <p:xfrm>
          <a:off x="899592" y="692696"/>
          <a:ext cx="7488832" cy="4680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rot="20423610">
            <a:off x="480521" y="1126397"/>
            <a:ext cx="4005449" cy="769441"/>
          </a:xfrm>
          <a:prstGeom prst="rect">
            <a:avLst/>
          </a:prstGeom>
          <a:noFill/>
        </p:spPr>
        <p:txBody>
          <a:bodyPr wrap="square" lIns="91440" tIns="45720" rIns="91440" bIns="45720">
            <a:spAutoFit/>
          </a:bodyPr>
          <a:lstStyle/>
          <a:p>
            <a:pPr algn="ctr"/>
            <a:r>
              <a:rPr lang="es-ES" sz="4400" dirty="0" smtClean="0">
                <a:ln w="18415" cmpd="sng">
                  <a:solidFill>
                    <a:srgbClr val="00B0F0"/>
                  </a:solidFill>
                  <a:prstDash val="solid"/>
                </a:ln>
                <a:solidFill>
                  <a:srgbClr val="FFFFFF"/>
                </a:solidFill>
                <a:effectLst>
                  <a:outerShdw blurRad="63500" dir="3600000" algn="tl" rotWithShape="0">
                    <a:srgbClr val="000000">
                      <a:alpha val="70000"/>
                    </a:srgbClr>
                  </a:outerShdw>
                </a:effectLst>
              </a:rPr>
              <a:t>Gramáticas</a:t>
            </a:r>
            <a:endParaRPr lang="es-ES" sz="4400" dirty="0">
              <a:ln w="18415" cmpd="sng">
                <a:solidFill>
                  <a:srgbClr val="00B0F0"/>
                </a:solidFill>
                <a:prstDash val="solid"/>
              </a:ln>
              <a:solidFill>
                <a:srgbClr val="FFFFFF"/>
              </a:solidFill>
              <a:effectLst>
                <a:outerShdw blurRad="63500" dir="3600000" algn="tl" rotWithShape="0">
                  <a:srgbClr val="000000">
                    <a:alpha val="70000"/>
                  </a:srgbClr>
                </a:outerShdw>
              </a:effectLst>
            </a:endParaRPr>
          </a:p>
        </p:txBody>
      </p:sp>
      <p:graphicFrame>
        <p:nvGraphicFramePr>
          <p:cNvPr id="7" name="6 Diagrama"/>
          <p:cNvGraphicFramePr/>
          <p:nvPr/>
        </p:nvGraphicFramePr>
        <p:xfrm>
          <a:off x="1180728" y="1700808"/>
          <a:ext cx="6991672" cy="4696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Diagrama"/>
          <p:cNvGraphicFramePr/>
          <p:nvPr/>
        </p:nvGraphicFramePr>
        <p:xfrm>
          <a:off x="1259632" y="1196752"/>
          <a:ext cx="6624736" cy="4680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Diagrama"/>
          <p:cNvGraphicFramePr/>
          <p:nvPr/>
        </p:nvGraphicFramePr>
        <p:xfrm>
          <a:off x="1043608" y="1268760"/>
          <a:ext cx="6984776" cy="4608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1"/>
          <p:cNvSpPr>
            <a:spLocks noChangeArrowheads="1"/>
          </p:cNvSpPr>
          <p:nvPr/>
        </p:nvSpPr>
        <p:spPr bwMode="auto">
          <a:xfrm>
            <a:off x="1763688" y="857618"/>
            <a:ext cx="5040560" cy="14465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MX" sz="4400" b="1" i="0" u="none" strike="noStrike" normalizeH="0" baseline="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Calibri" pitchFamily="34" charset="0"/>
                <a:ea typeface="Times New Roman" pitchFamily="18" charset="0"/>
                <a:cs typeface="Times New Roman" pitchFamily="18" charset="0"/>
              </a:rPr>
              <a:t>Derivaciones izquierda y derecha </a:t>
            </a:r>
            <a:endParaRPr kumimoji="0" lang="es-MX" sz="6000" b="1" i="0" u="none" strike="noStrike" normalizeH="0" baseline="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itchFamily="34" charset="0"/>
              <a:cs typeface="Arial" pitchFamily="34" charset="0"/>
            </a:endParaRPr>
          </a:p>
        </p:txBody>
      </p:sp>
      <p:graphicFrame>
        <p:nvGraphicFramePr>
          <p:cNvPr id="9" name="8 Diagrama"/>
          <p:cNvGraphicFramePr/>
          <p:nvPr/>
        </p:nvGraphicFramePr>
        <p:xfrm>
          <a:off x="827584" y="2204864"/>
          <a:ext cx="7560840" cy="40770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0 Imagen"/>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23528" y="1196752"/>
            <a:ext cx="8244408" cy="4824536"/>
          </a:xfrm>
          <a:prstGeom prst="rect">
            <a:avLst/>
          </a:prstGeom>
        </p:spPr>
      </p:pic>
      <p:cxnSp>
        <p:nvCxnSpPr>
          <p:cNvPr id="8" name="7 Conector recto"/>
          <p:cNvCxnSpPr/>
          <p:nvPr/>
        </p:nvCxnSpPr>
        <p:spPr>
          <a:xfrm flipV="1">
            <a:off x="5364088" y="1556792"/>
            <a:ext cx="72008" cy="720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Diagrama"/>
          <p:cNvGraphicFramePr/>
          <p:nvPr/>
        </p:nvGraphicFramePr>
        <p:xfrm>
          <a:off x="539552" y="2420888"/>
          <a:ext cx="7560840" cy="37444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5057" name="Rectangle 1"/>
          <p:cNvSpPr>
            <a:spLocks noChangeArrowheads="1"/>
          </p:cNvSpPr>
          <p:nvPr/>
        </p:nvSpPr>
        <p:spPr bwMode="auto">
          <a:xfrm>
            <a:off x="539552" y="669032"/>
            <a:ext cx="7488832" cy="136960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MX" b="1" i="0" u="none" strike="noStrike" cap="none" normalizeH="0" baseline="0" dirty="0" smtClean="0">
                <a:ln>
                  <a:noFill/>
                </a:ln>
                <a:solidFill>
                  <a:srgbClr val="0070C0"/>
                </a:solidFill>
                <a:effectLst/>
                <a:latin typeface="Times New Roman" pitchFamily="18" charset="0"/>
                <a:ea typeface="Calibri" pitchFamily="34" charset="0"/>
                <a:cs typeface="Times New Roman" pitchFamily="18" charset="0"/>
              </a:rPr>
              <a:t>Formas normales para las gram</a:t>
            </a:r>
            <a:r>
              <a:rPr kumimoji="0" lang="es-MX" b="1" i="0" u="none" strike="noStrike" cap="none" normalizeH="0" baseline="0" dirty="0" smtClean="0">
                <a:ln>
                  <a:noFill/>
                </a:ln>
                <a:solidFill>
                  <a:srgbClr val="0070C0"/>
                </a:solidFill>
                <a:effectLst/>
                <a:latin typeface="Calibri"/>
                <a:ea typeface="Calibri" pitchFamily="34" charset="0"/>
                <a:cs typeface="Times New Roman" pitchFamily="18" charset="0"/>
              </a:rPr>
              <a:t>á</a:t>
            </a:r>
            <a:r>
              <a:rPr kumimoji="0" lang="es-MX" b="1" i="0" u="none" strike="noStrike" cap="none" normalizeH="0" baseline="0" dirty="0" smtClean="0">
                <a:ln>
                  <a:noFill/>
                </a:ln>
                <a:solidFill>
                  <a:srgbClr val="0070C0"/>
                </a:solidFill>
                <a:effectLst/>
                <a:latin typeface="Times New Roman" pitchFamily="18" charset="0"/>
                <a:ea typeface="Calibri" pitchFamily="34" charset="0"/>
                <a:cs typeface="Times New Roman" pitchFamily="18" charset="0"/>
              </a:rPr>
              <a:t>ticas independientes del contexto.</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s-MX" sz="1100" b="0" i="0" u="none" strike="noStrike" cap="none" normalizeH="0" baseline="0" dirty="0" smtClean="0">
              <a:ln>
                <a:noFill/>
              </a:ln>
              <a:solidFill>
                <a:srgbClr val="0070C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b="0" i="0" u="none" strike="noStrike" cap="none" normalizeH="0" baseline="0" dirty="0" smtClean="0">
                <a:ln>
                  <a:noFill/>
                </a:ln>
                <a:solidFill>
                  <a:srgbClr val="0070C0"/>
                </a:solidFill>
                <a:effectLst/>
                <a:latin typeface="Times New Roman" pitchFamily="18" charset="0"/>
                <a:ea typeface="Calibri" pitchFamily="34" charset="0"/>
                <a:cs typeface="Times New Roman" pitchFamily="18" charset="0"/>
              </a:rPr>
              <a:t>El objetivo es demostrar que todo LIC (sin ε ) es generado por una GIC en la que todas las producciones son de la forma A → BC o A → a, donde A, B y C son variables y a es un s</a:t>
            </a:r>
            <a:r>
              <a:rPr kumimoji="0" lang="es-MX" b="0" i="0" u="none" strike="noStrike" cap="none" normalizeH="0" baseline="0" dirty="0" smtClean="0">
                <a:ln>
                  <a:noFill/>
                </a:ln>
                <a:solidFill>
                  <a:srgbClr val="0070C0"/>
                </a:solidFill>
                <a:effectLst/>
                <a:latin typeface="Calibri"/>
                <a:ea typeface="Calibri" pitchFamily="34" charset="0"/>
                <a:cs typeface="Times New Roman" pitchFamily="18" charset="0"/>
              </a:rPr>
              <a:t>í</a:t>
            </a:r>
            <a:r>
              <a:rPr kumimoji="0" lang="es-MX" b="0" i="0" u="none" strike="noStrike" cap="none" normalizeH="0" baseline="0" dirty="0" smtClean="0">
                <a:ln>
                  <a:noFill/>
                </a:ln>
                <a:solidFill>
                  <a:srgbClr val="0070C0"/>
                </a:solidFill>
                <a:effectLst/>
                <a:latin typeface="Times New Roman" pitchFamily="18" charset="0"/>
                <a:ea typeface="Calibri" pitchFamily="34" charset="0"/>
                <a:cs typeface="Times New Roman" pitchFamily="18" charset="0"/>
              </a:rPr>
              <a:t>mbolo terminal.</a:t>
            </a:r>
            <a:endParaRPr kumimoji="0" lang="es-MX" sz="2800" b="0" i="0" u="none" strike="noStrike" cap="none" normalizeH="0" baseline="0" dirty="0" smtClean="0">
              <a:ln>
                <a:noFill/>
              </a:ln>
              <a:solidFill>
                <a:srgbClr val="0070C0"/>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Diagrama"/>
          <p:cNvGraphicFramePr/>
          <p:nvPr/>
        </p:nvGraphicFramePr>
        <p:xfrm>
          <a:off x="539552" y="2420888"/>
          <a:ext cx="7560840" cy="37444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5057" name="Rectangle 1"/>
          <p:cNvSpPr>
            <a:spLocks noChangeArrowheads="1"/>
          </p:cNvSpPr>
          <p:nvPr/>
        </p:nvSpPr>
        <p:spPr bwMode="auto">
          <a:xfrm>
            <a:off x="539552" y="338172"/>
            <a:ext cx="7488832" cy="20313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s-MX" b="1" dirty="0">
                <a:solidFill>
                  <a:srgbClr val="0070C0"/>
                </a:solidFill>
              </a:rPr>
              <a:t>Eliminación de símbolos inútiles</a:t>
            </a:r>
            <a:endParaRPr lang="es-MX" dirty="0">
              <a:solidFill>
                <a:srgbClr val="0070C0"/>
              </a:solidFill>
            </a:endParaRPr>
          </a:p>
          <a:p>
            <a:r>
              <a:rPr lang="es-MX" dirty="0">
                <a:solidFill>
                  <a:srgbClr val="0070C0"/>
                </a:solidFill>
              </a:rPr>
              <a:t> </a:t>
            </a:r>
          </a:p>
          <a:p>
            <a:r>
              <a:rPr lang="es-MX" dirty="0">
                <a:solidFill>
                  <a:srgbClr val="0070C0"/>
                </a:solidFill>
              </a:rPr>
              <a:t>Decimos que un símbolo X es útil para una gramática G = (V,T,P,S) si existe alguna derivación de la forma S⇒ ∗ </a:t>
            </a:r>
            <a:r>
              <a:rPr lang="es-MX" dirty="0" smtClean="0">
                <a:solidFill>
                  <a:srgbClr val="0070C0"/>
                </a:solidFill>
              </a:rPr>
              <a:t>α X β </a:t>
            </a:r>
            <a:r>
              <a:rPr lang="es-MX" dirty="0">
                <a:solidFill>
                  <a:srgbClr val="0070C0"/>
                </a:solidFill>
              </a:rPr>
              <a:t>⇒ ∗ w, donde w pertenece a T∗. Observe que X puede ser V o T, y la forma </a:t>
            </a:r>
            <a:r>
              <a:rPr lang="es-MX" dirty="0" err="1">
                <a:solidFill>
                  <a:srgbClr val="0070C0"/>
                </a:solidFill>
              </a:rPr>
              <a:t>sentencial</a:t>
            </a:r>
            <a:r>
              <a:rPr lang="es-MX" dirty="0">
                <a:solidFill>
                  <a:srgbClr val="0070C0"/>
                </a:solidFill>
              </a:rPr>
              <a:t> </a:t>
            </a:r>
            <a:r>
              <a:rPr lang="es-MX" dirty="0" smtClean="0">
                <a:solidFill>
                  <a:srgbClr val="0070C0"/>
                </a:solidFill>
              </a:rPr>
              <a:t>α X β </a:t>
            </a:r>
            <a:r>
              <a:rPr lang="es-MX" dirty="0">
                <a:solidFill>
                  <a:srgbClr val="0070C0"/>
                </a:solidFill>
              </a:rPr>
              <a:t>puede ser la primera o la última en la derivación. Si X no es útil, decimos que es inútil.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rot="20830882">
            <a:off x="1051641" y="2911860"/>
            <a:ext cx="6766447" cy="2520280"/>
          </a:xfrm>
        </p:spPr>
        <p:txBody>
          <a:bodyPr>
            <a:normAutofit fontScale="85000" lnSpcReduction="10000"/>
          </a:bodyPr>
          <a:lstStyle/>
          <a:p>
            <a:pPr>
              <a:buNone/>
            </a:pPr>
            <a:r>
              <a:rPr lang="es-MX" sz="3200" dirty="0" smtClean="0"/>
              <a:t>Un lenguaje independiente del contexto L se dice que es inherentemente ambiguo si todas sus gramáticas son ambiguas. Si una sola gramática de L es no ambigua, entonces L no es un lenguaje ambiguo..</a:t>
            </a:r>
          </a:p>
          <a:p>
            <a:pPr>
              <a:buNone/>
            </a:pPr>
            <a:endParaRPr lang="es-MX" sz="3200" dirty="0"/>
          </a:p>
        </p:txBody>
      </p:sp>
      <p:sp>
        <p:nvSpPr>
          <p:cNvPr id="4" name="3 Rectángulo"/>
          <p:cNvSpPr/>
          <p:nvPr/>
        </p:nvSpPr>
        <p:spPr>
          <a:xfrm rot="1436576">
            <a:off x="2193298" y="1106489"/>
            <a:ext cx="5785840" cy="1569660"/>
          </a:xfrm>
          <a:prstGeom prst="rect">
            <a:avLst/>
          </a:prstGeom>
          <a:noFill/>
        </p:spPr>
        <p:txBody>
          <a:bodyPr wrap="square" lIns="91440" tIns="45720" rIns="91440" bIns="45720">
            <a:spAutoFit/>
          </a:bodyPr>
          <a:lstStyle/>
          <a:p>
            <a:r>
              <a:rPr lang="es-MX" sz="4800" dirty="0">
                <a:ln w="10160">
                  <a:solidFill>
                    <a:schemeClr val="accent1"/>
                  </a:solidFill>
                  <a:prstDash val="solid"/>
                </a:ln>
                <a:solidFill>
                  <a:srgbClr val="FFFFFF"/>
                </a:solidFill>
                <a:effectLst>
                  <a:outerShdw blurRad="38100" dist="32000" dir="5400000" algn="tl">
                    <a:srgbClr val="000000">
                      <a:alpha val="30000"/>
                    </a:srgbClr>
                  </a:outerShdw>
                </a:effectLst>
              </a:rPr>
              <a:t>Ambigüedad inherente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Gramáticas Fijas</a:t>
            </a:r>
            <a:endParaRPr lang="es-MX" dirty="0"/>
          </a:p>
        </p:txBody>
      </p:sp>
      <p:sp>
        <p:nvSpPr>
          <p:cNvPr id="3" name="Marcador de contenido 2"/>
          <p:cNvSpPr>
            <a:spLocks noGrp="1"/>
          </p:cNvSpPr>
          <p:nvPr>
            <p:ph idx="1"/>
          </p:nvPr>
        </p:nvSpPr>
        <p:spPr/>
        <p:txBody>
          <a:bodyPr/>
          <a:lstStyle/>
          <a:p>
            <a:pPr algn="just"/>
            <a:r>
              <a:rPr lang="es-MX" dirty="0" smtClean="0"/>
              <a:t>Se </a:t>
            </a:r>
            <a:r>
              <a:rPr lang="es-MX" dirty="0"/>
              <a:t>describe la construcción mecánica de un traductor predictivo similar al que construye el algoritmo. </a:t>
            </a:r>
            <a:endParaRPr lang="es-MX" dirty="0" smtClean="0"/>
          </a:p>
          <a:p>
            <a:pPr algn="just"/>
            <a:r>
              <a:rPr lang="es-MX" dirty="0" err="1" smtClean="0"/>
              <a:t>Brosgol</a:t>
            </a:r>
            <a:r>
              <a:rPr lang="es-MX" dirty="0" smtClean="0"/>
              <a:t> </a:t>
            </a:r>
            <a:r>
              <a:rPr lang="es-MX" dirty="0"/>
              <a:t>demostró que un esquema de traducción basado en una gramática LL, se puede simular durante el análisis sintáctico LR</a:t>
            </a:r>
            <a:r>
              <a:rPr lang="es-MX" dirty="0" smtClean="0"/>
              <a:t>.</a:t>
            </a:r>
          </a:p>
          <a:p>
            <a:pPr algn="just"/>
            <a:r>
              <a:rPr lang="es-MX" dirty="0"/>
              <a:t>Las posiciones en los lados derechos de las producciones donde se puede insertar los no terminales marcadores sin perder la propiedad LR, son estudiadas por </a:t>
            </a:r>
            <a:r>
              <a:rPr lang="es-MX" dirty="0" err="1"/>
              <a:t>Purdom</a:t>
            </a:r>
            <a:r>
              <a:rPr lang="es-MX" dirty="0"/>
              <a:t> y </a:t>
            </a:r>
            <a:r>
              <a:rPr lang="es-MX" dirty="0" err="1"/>
              <a:t>Brow</a:t>
            </a:r>
            <a:r>
              <a:rPr lang="es-MX" dirty="0"/>
              <a:t>.</a:t>
            </a:r>
          </a:p>
          <a:p>
            <a:pPr marL="0" indent="0">
              <a:buNone/>
            </a:pPr>
            <a:endParaRPr lang="es-MX" dirty="0"/>
          </a:p>
        </p:txBody>
      </p:sp>
    </p:spTree>
    <p:extLst>
      <p:ext uri="{BB962C8B-B14F-4D97-AF65-F5344CB8AC3E}">
        <p14:creationId xmlns:p14="http://schemas.microsoft.com/office/powerpoint/2010/main" val="86545272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Gramática Aumentada</a:t>
            </a:r>
            <a:endParaRPr lang="es-MX" dirty="0"/>
          </a:p>
        </p:txBody>
      </p:sp>
      <p:sp>
        <p:nvSpPr>
          <p:cNvPr id="3" name="Marcador de contenido 2"/>
          <p:cNvSpPr>
            <a:spLocks noGrp="1"/>
          </p:cNvSpPr>
          <p:nvPr>
            <p:ph idx="1"/>
          </p:nvPr>
        </p:nvSpPr>
        <p:spPr/>
        <p:txBody>
          <a:bodyPr/>
          <a:lstStyle/>
          <a:p>
            <a:r>
              <a:rPr lang="es-MX" dirty="0" smtClean="0"/>
              <a:t>Si G es una gramática con símbolo inicial S, entonces G’, la gramática aumentada para G, es G con un nuevo símbolo inicial S’</a:t>
            </a:r>
            <a:r>
              <a:rPr lang="es-MX" dirty="0" smtClean="0">
                <a:sym typeface="Wingdings" panose="05000000000000000000" pitchFamily="2" charset="2"/>
              </a:rPr>
              <a:t></a:t>
            </a:r>
            <a:r>
              <a:rPr lang="es-MX" dirty="0" smtClean="0"/>
              <a:t>S. </a:t>
            </a:r>
          </a:p>
          <a:p>
            <a:r>
              <a:rPr lang="es-MX" dirty="0" smtClean="0"/>
              <a:t>El propósito de esta nueva producción inicial es indicar al analizador cuando debe detener el análisis sintáctico y anunciar la aceptación de la cadena. </a:t>
            </a:r>
          </a:p>
          <a:p>
            <a:r>
              <a:rPr lang="es-MX" dirty="0" smtClean="0"/>
              <a:t>La aceptación de produce cuando, y solo cuando, el analizador está a punto de reducir por S’</a:t>
            </a:r>
            <a:r>
              <a:rPr lang="es-MX" dirty="0" smtClean="0">
                <a:sym typeface="Wingdings" panose="05000000000000000000" pitchFamily="2" charset="2"/>
              </a:rPr>
              <a:t></a:t>
            </a:r>
            <a:r>
              <a:rPr lang="es-MX" dirty="0" smtClean="0"/>
              <a:t>S.</a:t>
            </a:r>
            <a:endParaRPr lang="es-MX" dirty="0"/>
          </a:p>
        </p:txBody>
      </p:sp>
    </p:spTree>
    <p:extLst>
      <p:ext uri="{BB962C8B-B14F-4D97-AF65-F5344CB8AC3E}">
        <p14:creationId xmlns:p14="http://schemas.microsoft.com/office/powerpoint/2010/main" val="66483156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Ejemplo de Gramática Aumentada</a:t>
            </a:r>
            <a:endParaRPr lang="es-MX" dirty="0"/>
          </a:p>
        </p:txBody>
      </p:sp>
      <p:pic>
        <p:nvPicPr>
          <p:cNvPr id="4" name="Imagen 3"/>
          <p:cNvPicPr>
            <a:picLocks noChangeAspect="1"/>
          </p:cNvPicPr>
          <p:nvPr/>
        </p:nvPicPr>
        <p:blipFill rotWithShape="1">
          <a:blip r:embed="rId2" cstate="print"/>
          <a:srcRect l="17995" t="39392" r="56864" b="26805"/>
          <a:stretch/>
        </p:blipFill>
        <p:spPr>
          <a:xfrm>
            <a:off x="763878" y="1986903"/>
            <a:ext cx="3582743" cy="3610953"/>
          </a:xfrm>
          <a:prstGeom prst="rect">
            <a:avLst/>
          </a:prstGeom>
        </p:spPr>
      </p:pic>
      <p:pic>
        <p:nvPicPr>
          <p:cNvPr id="5" name="Imagen 4"/>
          <p:cNvPicPr>
            <a:picLocks noChangeAspect="1"/>
          </p:cNvPicPr>
          <p:nvPr/>
        </p:nvPicPr>
        <p:blipFill rotWithShape="1">
          <a:blip r:embed="rId3" cstate="print"/>
          <a:srcRect l="17600" t="30942" r="48350" b="13424"/>
          <a:stretch/>
        </p:blipFill>
        <p:spPr>
          <a:xfrm>
            <a:off x="4520485" y="1549020"/>
            <a:ext cx="3994865" cy="4892935"/>
          </a:xfrm>
          <a:prstGeom prst="rect">
            <a:avLst/>
          </a:prstGeom>
        </p:spPr>
      </p:pic>
    </p:spTree>
    <p:extLst>
      <p:ext uri="{BB962C8B-B14F-4D97-AF65-F5344CB8AC3E}">
        <p14:creationId xmlns:p14="http://schemas.microsoft.com/office/powerpoint/2010/main" val="249434584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Gramática con Atributos</a:t>
            </a:r>
            <a:endParaRPr lang="es-MX" dirty="0"/>
          </a:p>
        </p:txBody>
      </p:sp>
      <p:sp>
        <p:nvSpPr>
          <p:cNvPr id="3" name="Marcador de contenido 2"/>
          <p:cNvSpPr>
            <a:spLocks noGrp="1"/>
          </p:cNvSpPr>
          <p:nvPr>
            <p:ph idx="1"/>
          </p:nvPr>
        </p:nvSpPr>
        <p:spPr/>
        <p:txBody>
          <a:bodyPr/>
          <a:lstStyle/>
          <a:p>
            <a:pPr algn="just"/>
            <a:r>
              <a:rPr lang="es-MX" dirty="0" smtClean="0"/>
              <a:t>Es </a:t>
            </a:r>
            <a:r>
              <a:rPr lang="es-MX" dirty="0"/>
              <a:t>una definición dirigida por la sintaxis en la que las funciones en las reglas semánticas no pueden tener efectos colaterales.</a:t>
            </a:r>
          </a:p>
          <a:p>
            <a:pPr algn="just"/>
            <a:r>
              <a:rPr lang="es-MX" dirty="0" smtClean="0"/>
              <a:t>Cada </a:t>
            </a:r>
            <a:r>
              <a:rPr lang="es-MX" dirty="0"/>
              <a:t>símbolo gramatical tiene un conjunto de atributos asociados, dividido en dos subconjuntos llamados atributos sintetizados y heredados de dicho símbolo gramatical.</a:t>
            </a:r>
          </a:p>
          <a:p>
            <a:pPr marL="0" indent="0">
              <a:buNone/>
            </a:pPr>
            <a:endParaRPr lang="es-MX" dirty="0"/>
          </a:p>
        </p:txBody>
      </p:sp>
    </p:spTree>
    <p:extLst>
      <p:ext uri="{BB962C8B-B14F-4D97-AF65-F5344CB8AC3E}">
        <p14:creationId xmlns:p14="http://schemas.microsoft.com/office/powerpoint/2010/main" val="40382142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Gramática con Atributos</a:t>
            </a:r>
            <a:endParaRPr lang="es-MX" dirty="0"/>
          </a:p>
        </p:txBody>
      </p:sp>
      <p:sp>
        <p:nvSpPr>
          <p:cNvPr id="3" name="Marcador de contenido 2"/>
          <p:cNvSpPr>
            <a:spLocks noGrp="1"/>
          </p:cNvSpPr>
          <p:nvPr>
            <p:ph idx="1"/>
          </p:nvPr>
        </p:nvSpPr>
        <p:spPr/>
        <p:txBody>
          <a:bodyPr>
            <a:normAutofit/>
          </a:bodyPr>
          <a:lstStyle/>
          <a:p>
            <a:r>
              <a:rPr lang="es-MX" dirty="0"/>
              <a:t>Un atributo puede representar cualquier cosa: una cadena, un número, un tipo, una posición de memoria. </a:t>
            </a:r>
            <a:endParaRPr lang="es-MX" dirty="0" smtClean="0"/>
          </a:p>
          <a:p>
            <a:r>
              <a:rPr lang="es-MX" dirty="0" smtClean="0"/>
              <a:t>El </a:t>
            </a:r>
            <a:r>
              <a:rPr lang="es-MX" dirty="0"/>
              <a:t>valor de un atributo en un nodo de árbol de análisis sintáctico se define mediante una regla semántica asociada a la producción utilizada en dicho nodo. </a:t>
            </a:r>
            <a:endParaRPr lang="es-MX" dirty="0" smtClean="0"/>
          </a:p>
          <a:p>
            <a:r>
              <a:rPr lang="es-MX" dirty="0" smtClean="0"/>
              <a:t>Un </a:t>
            </a:r>
            <a:r>
              <a:rPr lang="es-MX" dirty="0"/>
              <a:t>árbol de análisis sintáctico que muestre los valores de los atributos en cada nodo se denomina un árbol de análisis sintáctico con anotaciones. </a:t>
            </a:r>
          </a:p>
        </p:txBody>
      </p:sp>
    </p:spTree>
    <p:extLst>
      <p:ext uri="{BB962C8B-B14F-4D97-AF65-F5344CB8AC3E}">
        <p14:creationId xmlns:p14="http://schemas.microsoft.com/office/powerpoint/2010/main" val="30522103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Gramáticas con Atributo</a:t>
            </a:r>
            <a:endParaRPr lang="es-MX" dirty="0"/>
          </a:p>
        </p:txBody>
      </p:sp>
      <p:sp>
        <p:nvSpPr>
          <p:cNvPr id="3" name="Marcador de contenido 2"/>
          <p:cNvSpPr>
            <a:spLocks noGrp="1"/>
          </p:cNvSpPr>
          <p:nvPr>
            <p:ph idx="1"/>
          </p:nvPr>
        </p:nvSpPr>
        <p:spPr/>
        <p:txBody>
          <a:bodyPr/>
          <a:lstStyle/>
          <a:p>
            <a:pPr marL="0" lvl="0" indent="0" algn="just" eaLnBrk="0" fontAlgn="base" hangingPunct="0">
              <a:lnSpc>
                <a:spcPct val="100000"/>
              </a:lnSpc>
              <a:spcBef>
                <a:spcPct val="0"/>
              </a:spcBef>
              <a:spcAft>
                <a:spcPct val="0"/>
              </a:spcAft>
              <a:buNone/>
            </a:pP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En una definici</a:t>
            </a:r>
            <a:r>
              <a:rPr kumimoji="0" lang="es-MX"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ó</a:t>
            </a: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 dirigida por la sintaxis, cada producci</a:t>
            </a:r>
            <a:r>
              <a:rPr kumimoji="0" lang="es-MX"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ó</a:t>
            </a: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 gramatical </a:t>
            </a:r>
          </a:p>
          <a:p>
            <a:pPr marL="0" lvl="0" indent="0" algn="just" eaLnBrk="0" fontAlgn="base" hangingPunct="0">
              <a:lnSpc>
                <a:spcPct val="100000"/>
              </a:lnSpc>
              <a:spcBef>
                <a:spcPct val="0"/>
              </a:spcBef>
              <a:spcAft>
                <a:spcPct val="0"/>
              </a:spcAft>
              <a:buNone/>
            </a:pP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 </a:t>
            </a: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 tiene asociado un conjuntos de reglas sem</a:t>
            </a:r>
            <a:r>
              <a:rPr kumimoji="0" lang="es-MX"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á</a:t>
            </a: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nticas de la forma b := f (c1, c2, </a:t>
            </a:r>
            <a:r>
              <a:rPr kumimoji="0" lang="es-MX"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s-MX"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ck</a:t>
            </a: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donde f es una funci</a:t>
            </a:r>
            <a:r>
              <a:rPr kumimoji="0" lang="es-MX"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ó</a:t>
            </a: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 y, o bien:</a:t>
            </a:r>
          </a:p>
          <a:p>
            <a:pPr marL="0" lvl="0" indent="0" algn="just" eaLnBrk="0" fontAlgn="base" hangingPunct="0">
              <a:lnSpc>
                <a:spcPct val="100000"/>
              </a:lnSpc>
              <a:spcBef>
                <a:spcPct val="0"/>
              </a:spcBef>
              <a:spcAft>
                <a:spcPct val="0"/>
              </a:spcAft>
              <a:buNone/>
            </a:pPr>
            <a:endParaRPr kumimoji="0" lang="es-MX" sz="2400" b="0" i="0" u="none" strike="noStrike" cap="none" normalizeH="0" baseline="0" dirty="0" smtClean="0">
              <a:ln>
                <a:noFill/>
              </a:ln>
              <a:solidFill>
                <a:schemeClr val="tx1"/>
              </a:solidFill>
              <a:effectLst/>
            </a:endParaRPr>
          </a:p>
          <a:p>
            <a:pPr marL="457200" lvl="1" indent="0" algn="just" eaLnBrk="0" fontAlgn="base" hangingPunct="0">
              <a:lnSpc>
                <a:spcPct val="100000"/>
              </a:lnSpc>
              <a:spcBef>
                <a:spcPct val="0"/>
              </a:spcBef>
              <a:spcAft>
                <a:spcPct val="0"/>
              </a:spcAft>
              <a:buFontTx/>
              <a:buChar char="•"/>
            </a:pP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 es un atributo sintetizado de A </a:t>
            </a:r>
          </a:p>
          <a:p>
            <a:pPr marL="457200" lvl="1" indent="0" algn="just" eaLnBrk="0" fontAlgn="base" hangingPunct="0">
              <a:lnSpc>
                <a:spcPct val="100000"/>
              </a:lnSpc>
              <a:spcBef>
                <a:spcPct val="0"/>
              </a:spcBef>
              <a:spcAft>
                <a:spcPct val="0"/>
              </a:spcAft>
              <a:buFontTx/>
              <a:buChar char="•"/>
            </a:pP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 es un atributo heredado de alguno de los s</a:t>
            </a:r>
            <a:r>
              <a:rPr kumimoji="0" lang="es-MX"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í</a:t>
            </a: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mbolos gramaticales del lado derecho de la producci</a:t>
            </a:r>
            <a:r>
              <a:rPr kumimoji="0" lang="es-MX"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ó</a:t>
            </a:r>
            <a:r>
              <a:rPr kumimoji="0" lang="es-MX"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endParaRPr kumimoji="0" lang="es-MX" sz="3600" b="0" i="0" u="none" strike="noStrike" cap="none" normalizeH="0" baseline="0" dirty="0" smtClean="0">
              <a:ln>
                <a:noFill/>
              </a:ln>
              <a:solidFill>
                <a:schemeClr val="tx1"/>
              </a:solidFill>
              <a:effectLst/>
              <a:latin typeface="Arial" panose="020B0604020202020204" pitchFamily="34" charset="0"/>
            </a:endParaRPr>
          </a:p>
          <a:p>
            <a:endParaRPr lang="es-MX" dirty="0"/>
          </a:p>
        </p:txBody>
      </p:sp>
      <p:sp>
        <p:nvSpPr>
          <p:cNvPr id="7" name="Rectangle 5"/>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spTree>
    <p:extLst>
      <p:ext uri="{BB962C8B-B14F-4D97-AF65-F5344CB8AC3E}">
        <p14:creationId xmlns:p14="http://schemas.microsoft.com/office/powerpoint/2010/main" val="126664234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Gramáticas con Atributo, ejemplo.</a:t>
            </a:r>
            <a:endParaRPr lang="es-MX" dirty="0"/>
          </a:p>
        </p:txBody>
      </p:sp>
      <p:pic>
        <p:nvPicPr>
          <p:cNvPr id="4" name="Imagen 3"/>
          <p:cNvPicPr>
            <a:picLocks noChangeAspect="1"/>
          </p:cNvPicPr>
          <p:nvPr/>
        </p:nvPicPr>
        <p:blipFill rotWithShape="1">
          <a:blip r:embed="rId2" cstate="print"/>
          <a:srcRect l="17698" t="48724" r="31226" b="9022"/>
          <a:stretch/>
        </p:blipFill>
        <p:spPr>
          <a:xfrm>
            <a:off x="705118" y="1983348"/>
            <a:ext cx="6375043" cy="3953515"/>
          </a:xfrm>
          <a:prstGeom prst="rect">
            <a:avLst/>
          </a:prstGeom>
        </p:spPr>
      </p:pic>
    </p:spTree>
    <p:extLst>
      <p:ext uri="{BB962C8B-B14F-4D97-AF65-F5344CB8AC3E}">
        <p14:creationId xmlns:p14="http://schemas.microsoft.com/office/powerpoint/2010/main" val="372827057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Gramática de Operadores</a:t>
            </a:r>
            <a:endParaRPr lang="es-MX" dirty="0"/>
          </a:p>
        </p:txBody>
      </p:sp>
      <p:sp>
        <p:nvSpPr>
          <p:cNvPr id="3" name="Marcador de contenido 2"/>
          <p:cNvSpPr>
            <a:spLocks noGrp="1"/>
          </p:cNvSpPr>
          <p:nvPr>
            <p:ph idx="1"/>
          </p:nvPr>
        </p:nvSpPr>
        <p:spPr/>
        <p:txBody>
          <a:bodyPr/>
          <a:lstStyle/>
          <a:p>
            <a:pPr marL="0" indent="0">
              <a:buNone/>
            </a:pPr>
            <a:r>
              <a:rPr lang="es-MX" dirty="0"/>
              <a:t>Estas gramáticas tienen la propiedad de que de que ningún lado derecho de la producción es € ni tiene dos no terminales adyacentes.</a:t>
            </a:r>
          </a:p>
          <a:p>
            <a:pPr marL="0" indent="0">
              <a:buNone/>
            </a:pPr>
            <a:endParaRPr lang="es-MX" dirty="0" smtClean="0"/>
          </a:p>
          <a:p>
            <a:pPr marL="0" indent="0">
              <a:buNone/>
            </a:pPr>
            <a:endParaRPr lang="es-MX" dirty="0"/>
          </a:p>
        </p:txBody>
      </p:sp>
      <p:pic>
        <p:nvPicPr>
          <p:cNvPr id="19" name="Imagen 18"/>
          <p:cNvPicPr>
            <a:picLocks noChangeAspect="1"/>
          </p:cNvPicPr>
          <p:nvPr/>
        </p:nvPicPr>
        <p:blipFill rotWithShape="1">
          <a:blip r:embed="rId2" cstate="print"/>
          <a:srcRect l="16016" t="49252" r="16181" b="8847"/>
          <a:stretch/>
        </p:blipFill>
        <p:spPr>
          <a:xfrm>
            <a:off x="1159099" y="2833352"/>
            <a:ext cx="6616521" cy="3065173"/>
          </a:xfrm>
          <a:prstGeom prst="rect">
            <a:avLst/>
          </a:prstGeom>
        </p:spPr>
      </p:pic>
    </p:spTree>
    <p:extLst>
      <p:ext uri="{BB962C8B-B14F-4D97-AF65-F5344CB8AC3E}">
        <p14:creationId xmlns:p14="http://schemas.microsoft.com/office/powerpoint/2010/main" val="18240209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Procedencia de Operadores</a:t>
            </a:r>
            <a:endParaRPr lang="es-MX" dirty="0"/>
          </a:p>
        </p:txBody>
      </p:sp>
      <p:sp>
        <p:nvSpPr>
          <p:cNvPr id="3" name="Marcador de contenido 2"/>
          <p:cNvSpPr>
            <a:spLocks noGrp="1"/>
          </p:cNvSpPr>
          <p:nvPr>
            <p:ph idx="1"/>
          </p:nvPr>
        </p:nvSpPr>
        <p:spPr/>
        <p:txBody>
          <a:bodyPr>
            <a:normAutofit lnSpcReduction="10000"/>
          </a:bodyPr>
          <a:lstStyle/>
          <a:p>
            <a:pPr marL="0" indent="0">
              <a:buNone/>
            </a:pPr>
            <a:r>
              <a:rPr lang="es-MX" b="1" dirty="0"/>
              <a:t>Inconvenientes</a:t>
            </a:r>
            <a:endParaRPr lang="es-MX" dirty="0"/>
          </a:p>
          <a:p>
            <a:pPr lvl="0"/>
            <a:r>
              <a:rPr lang="es-MX" dirty="0" smtClean="0"/>
              <a:t>Es </a:t>
            </a:r>
            <a:r>
              <a:rPr lang="es-MX" dirty="0"/>
              <a:t>difícil de manejar componentes léxicos con dos precedencias distintas, como el signo menos (unario y binario)</a:t>
            </a:r>
          </a:p>
          <a:p>
            <a:pPr lvl="0"/>
            <a:r>
              <a:rPr lang="es-MX" dirty="0"/>
              <a:t>No se puede tener la seguridad de que el analizador acepta exactamente el lenguaje deseado</a:t>
            </a:r>
          </a:p>
          <a:p>
            <a:pPr lvl="0"/>
            <a:r>
              <a:rPr lang="es-MX" dirty="0"/>
              <a:t>Sólo una pequeña clase de gramáticas puede </a:t>
            </a:r>
            <a:r>
              <a:rPr lang="es-MX" dirty="0" smtClean="0"/>
              <a:t>analizarse</a:t>
            </a:r>
            <a:endParaRPr lang="es-MX" dirty="0"/>
          </a:p>
          <a:p>
            <a:pPr marL="0" indent="0">
              <a:buNone/>
            </a:pPr>
            <a:r>
              <a:rPr lang="es-MX" b="1" dirty="0" smtClean="0"/>
              <a:t>Ventajas</a:t>
            </a:r>
            <a:endParaRPr lang="es-MX" dirty="0"/>
          </a:p>
          <a:p>
            <a:pPr lvl="0"/>
            <a:r>
              <a:rPr lang="es-MX" dirty="0"/>
              <a:t>Sencillez</a:t>
            </a:r>
          </a:p>
          <a:p>
            <a:pPr lvl="0"/>
            <a:r>
              <a:rPr lang="es-MX" dirty="0"/>
              <a:t>Se pueden establecer relaciones de precedencia (* precede a +)</a:t>
            </a:r>
          </a:p>
          <a:p>
            <a:endParaRPr lang="es-MX" dirty="0"/>
          </a:p>
        </p:txBody>
      </p:sp>
    </p:spTree>
    <p:extLst>
      <p:ext uri="{BB962C8B-B14F-4D97-AF65-F5344CB8AC3E}">
        <p14:creationId xmlns:p14="http://schemas.microsoft.com/office/powerpoint/2010/main" val="7904690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Procedencia de Operadores</a:t>
            </a:r>
            <a:endParaRPr lang="es-MX" dirty="0"/>
          </a:p>
        </p:txBody>
      </p:sp>
      <p:sp>
        <p:nvSpPr>
          <p:cNvPr id="3" name="Marcador de contenido 2"/>
          <p:cNvSpPr>
            <a:spLocks noGrp="1"/>
          </p:cNvSpPr>
          <p:nvPr>
            <p:ph idx="1"/>
          </p:nvPr>
        </p:nvSpPr>
        <p:spPr/>
        <p:txBody>
          <a:bodyPr>
            <a:normAutofit/>
          </a:bodyPr>
          <a:lstStyle/>
          <a:p>
            <a:pPr marL="0" indent="0">
              <a:buNone/>
            </a:pPr>
            <a:r>
              <a:rPr lang="es-MX" dirty="0"/>
              <a:t>El análisis recorre la entrada de izquierda a derecha y se encuentra en dos posibles estados</a:t>
            </a:r>
            <a:r>
              <a:rPr lang="es-MX" dirty="0" smtClean="0"/>
              <a:t>:</a:t>
            </a:r>
            <a:endParaRPr lang="es-MX" dirty="0"/>
          </a:p>
          <a:p>
            <a:pPr lvl="1"/>
            <a:r>
              <a:rPr lang="es-MX" dirty="0"/>
              <a:t>Esperando un operador</a:t>
            </a:r>
          </a:p>
          <a:p>
            <a:pPr lvl="1"/>
            <a:r>
              <a:rPr lang="es-MX" dirty="0"/>
              <a:t>Esperando un </a:t>
            </a:r>
            <a:r>
              <a:rPr lang="es-MX" dirty="0" smtClean="0"/>
              <a:t>operando</a:t>
            </a:r>
            <a:endParaRPr lang="es-MX" dirty="0"/>
          </a:p>
          <a:p>
            <a:pPr marL="0" indent="0">
              <a:buNone/>
            </a:pPr>
            <a:r>
              <a:rPr lang="es-MX" dirty="0"/>
              <a:t>El análisis mantiene dos </a:t>
            </a:r>
            <a:r>
              <a:rPr lang="es-MX" dirty="0" smtClean="0"/>
              <a:t>pilas:</a:t>
            </a:r>
            <a:endParaRPr lang="es-MX" dirty="0"/>
          </a:p>
          <a:p>
            <a:pPr lvl="1"/>
            <a:r>
              <a:rPr lang="es-MX" dirty="0"/>
              <a:t>Pila de Operadores</a:t>
            </a:r>
          </a:p>
          <a:p>
            <a:pPr lvl="1"/>
            <a:r>
              <a:rPr lang="es-MX" dirty="0"/>
              <a:t>Pila de </a:t>
            </a:r>
            <a:r>
              <a:rPr lang="es-MX" dirty="0" err="1"/>
              <a:t>Operandos</a:t>
            </a:r>
            <a:endParaRPr lang="es-MX" dirty="0"/>
          </a:p>
          <a:p>
            <a:pPr marL="0" indent="0">
              <a:buNone/>
            </a:pPr>
            <a:endParaRPr lang="es-MX" dirty="0"/>
          </a:p>
        </p:txBody>
      </p:sp>
    </p:spTree>
    <p:extLst>
      <p:ext uri="{BB962C8B-B14F-4D97-AF65-F5344CB8AC3E}">
        <p14:creationId xmlns:p14="http://schemas.microsoft.com/office/powerpoint/2010/main" val="212842710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Procedencia de Operadores</a:t>
            </a:r>
            <a:endParaRPr lang="es-MX" dirty="0"/>
          </a:p>
        </p:txBody>
      </p:sp>
      <p:sp>
        <p:nvSpPr>
          <p:cNvPr id="3" name="Marcador de contenido 2"/>
          <p:cNvSpPr>
            <a:spLocks noGrp="1"/>
          </p:cNvSpPr>
          <p:nvPr>
            <p:ph idx="1"/>
          </p:nvPr>
        </p:nvSpPr>
        <p:spPr/>
        <p:txBody>
          <a:bodyPr>
            <a:normAutofit/>
          </a:bodyPr>
          <a:lstStyle/>
          <a:p>
            <a:r>
              <a:rPr lang="es-MX" dirty="0"/>
              <a:t>Cuando un operador en la cima de su pila es de más prioridad que el siguiente de la pila, entonces el pivote consiste en ese operador junto a los dos </a:t>
            </a:r>
            <a:r>
              <a:rPr lang="es-MX" dirty="0" err="1"/>
              <a:t>operandos</a:t>
            </a:r>
            <a:r>
              <a:rPr lang="es-MX" dirty="0"/>
              <a:t> situados más arriba de la pila de </a:t>
            </a:r>
            <a:r>
              <a:rPr lang="es-MX" dirty="0" err="1"/>
              <a:t>operandos</a:t>
            </a:r>
            <a:r>
              <a:rPr lang="es-MX" dirty="0"/>
              <a:t>.</a:t>
            </a:r>
          </a:p>
          <a:p>
            <a:pPr marL="0" indent="0" algn="ctr">
              <a:buNone/>
            </a:pPr>
            <a:r>
              <a:rPr lang="es-MX" dirty="0"/>
              <a:t> </a:t>
            </a:r>
            <a:r>
              <a:rPr lang="es-MX" b="1" dirty="0" smtClean="0"/>
              <a:t>Entrada</a:t>
            </a:r>
            <a:r>
              <a:rPr lang="es-MX" b="1" dirty="0"/>
              <a:t>:</a:t>
            </a:r>
            <a:endParaRPr lang="es-MX" dirty="0"/>
          </a:p>
          <a:p>
            <a:pPr marL="0" indent="0" algn="ctr">
              <a:buNone/>
            </a:pPr>
            <a:r>
              <a:rPr lang="es-MX" dirty="0"/>
              <a:t>Id·+·Id·*·</a:t>
            </a:r>
            <a:r>
              <a:rPr lang="es-MX" dirty="0" smtClean="0"/>
              <a:t>Id</a:t>
            </a:r>
            <a:r>
              <a:rPr lang="es-MX" dirty="0"/>
              <a:t> </a:t>
            </a:r>
          </a:p>
          <a:p>
            <a:pPr marL="0" indent="0" algn="ctr">
              <a:buNone/>
            </a:pPr>
            <a:r>
              <a:rPr lang="es-MX" b="1" dirty="0"/>
              <a:t>Gramática</a:t>
            </a:r>
            <a:endParaRPr lang="es-MX" dirty="0"/>
          </a:p>
          <a:p>
            <a:pPr marL="0" indent="0" algn="ctr">
              <a:buNone/>
            </a:pPr>
            <a:r>
              <a:rPr lang="es-MX" dirty="0"/>
              <a:t>E:=E·+·E | E·*·E | (·E·) | Id</a:t>
            </a:r>
          </a:p>
          <a:p>
            <a:pPr marL="0" indent="0">
              <a:buNone/>
            </a:pPr>
            <a:endParaRPr lang="es-MX" dirty="0"/>
          </a:p>
          <a:p>
            <a:pPr marL="0" indent="0">
              <a:buNone/>
            </a:pPr>
            <a:endParaRPr lang="es-MX" dirty="0"/>
          </a:p>
        </p:txBody>
      </p:sp>
    </p:spTree>
    <p:extLst>
      <p:ext uri="{BB962C8B-B14F-4D97-AF65-F5344CB8AC3E}">
        <p14:creationId xmlns:p14="http://schemas.microsoft.com/office/powerpoint/2010/main" val="219459323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Procedencia de Operadores</a:t>
            </a:r>
            <a:endParaRPr lang="es-MX" dirty="0"/>
          </a:p>
        </p:txBody>
      </p:sp>
      <p:sp>
        <p:nvSpPr>
          <p:cNvPr id="3" name="Marcador de contenido 2"/>
          <p:cNvSpPr>
            <a:spLocks noGrp="1"/>
          </p:cNvSpPr>
          <p:nvPr>
            <p:ph idx="1"/>
          </p:nvPr>
        </p:nvSpPr>
        <p:spPr/>
        <p:txBody>
          <a:bodyPr/>
          <a:lstStyle/>
          <a:p>
            <a:pPr marL="0" indent="0">
              <a:buNone/>
            </a:pPr>
            <a:r>
              <a:rPr lang="es-MX" dirty="0"/>
              <a:t>La gramática es ambigua pero este tipo de análisis proporciona una única </a:t>
            </a:r>
            <a:r>
              <a:rPr lang="es-MX" dirty="0" smtClean="0"/>
              <a:t>derivación:</a:t>
            </a:r>
            <a:endParaRPr lang="es-MX" dirty="0"/>
          </a:p>
        </p:txBody>
      </p:sp>
      <p:pic>
        <p:nvPicPr>
          <p:cNvPr id="4" name="19 Imagen" descr="ssssssssssssss.png"/>
          <p:cNvPicPr/>
          <p:nvPr/>
        </p:nvPicPr>
        <p:blipFill>
          <a:blip r:embed="rId2" cstate="print">
            <a:clrChange>
              <a:clrFrom>
                <a:srgbClr val="FFFFFF"/>
              </a:clrFrom>
              <a:clrTo>
                <a:srgbClr val="FFFFFF">
                  <a:alpha val="0"/>
                </a:srgbClr>
              </a:clrTo>
            </a:clrChange>
            <a:lum bright="-20000" contrast="40000"/>
          </a:blip>
          <a:srcRect t="54615"/>
          <a:stretch>
            <a:fillRect/>
          </a:stretch>
        </p:blipFill>
        <p:spPr>
          <a:xfrm>
            <a:off x="628650" y="2818931"/>
            <a:ext cx="7794133" cy="2912169"/>
          </a:xfrm>
          <a:prstGeom prst="rect">
            <a:avLst/>
          </a:prstGeom>
        </p:spPr>
      </p:pic>
    </p:spTree>
    <p:extLst>
      <p:ext uri="{BB962C8B-B14F-4D97-AF65-F5344CB8AC3E}">
        <p14:creationId xmlns:p14="http://schemas.microsoft.com/office/powerpoint/2010/main" val="322054233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Procedencia Disjunta</a:t>
            </a:r>
            <a:endParaRPr lang="es-MX" dirty="0"/>
          </a:p>
        </p:txBody>
      </p:sp>
      <p:sp>
        <p:nvSpPr>
          <p:cNvPr id="3" name="Marcador de contenido 2"/>
          <p:cNvSpPr>
            <a:spLocks noGrp="1"/>
          </p:cNvSpPr>
          <p:nvPr>
            <p:ph idx="1"/>
          </p:nvPr>
        </p:nvSpPr>
        <p:spPr/>
        <p:txBody>
          <a:bodyPr/>
          <a:lstStyle/>
          <a:p>
            <a:pPr marL="0" indent="0" algn="ctr">
              <a:buNone/>
            </a:pPr>
            <a:r>
              <a:rPr lang="es-MX" sz="3200" dirty="0"/>
              <a:t>Se definen tres relaciones de precedencia </a:t>
            </a:r>
            <a:r>
              <a:rPr lang="es-MX" sz="3200" dirty="0" smtClean="0"/>
              <a:t>disjuntas</a:t>
            </a:r>
            <a:endParaRPr lang="es-MX" sz="3200" dirty="0"/>
          </a:p>
          <a:p>
            <a:pPr lvl="1" algn="ctr"/>
            <a:r>
              <a:rPr lang="es-MX" sz="2800" dirty="0"/>
              <a:t>a&lt;•b si a tiene menos precedencia que b</a:t>
            </a:r>
          </a:p>
          <a:p>
            <a:pPr lvl="1" algn="ctr"/>
            <a:r>
              <a:rPr lang="es-MX" sz="2800" dirty="0"/>
              <a:t>a=b si a tiene igual precedencia que b</a:t>
            </a:r>
          </a:p>
          <a:p>
            <a:pPr lvl="1" algn="ctr"/>
            <a:r>
              <a:rPr lang="es-MX" sz="2800" dirty="0"/>
              <a:t>a•&gt;b si a tiene más precedencia que b</a:t>
            </a:r>
          </a:p>
          <a:p>
            <a:pPr marL="0" indent="0">
              <a:buNone/>
            </a:pPr>
            <a:endParaRPr lang="es-MX" dirty="0"/>
          </a:p>
        </p:txBody>
      </p:sp>
    </p:spTree>
    <p:extLst>
      <p:ext uri="{BB962C8B-B14F-4D97-AF65-F5344CB8AC3E}">
        <p14:creationId xmlns:p14="http://schemas.microsoft.com/office/powerpoint/2010/main" val="78567436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Algoritmo</a:t>
            </a:r>
            <a:endParaRPr lang="es-MX" dirty="0"/>
          </a:p>
        </p:txBody>
      </p:sp>
      <p:sp>
        <p:nvSpPr>
          <p:cNvPr id="3" name="Marcador de contenido 2"/>
          <p:cNvSpPr>
            <a:spLocks noGrp="1"/>
          </p:cNvSpPr>
          <p:nvPr>
            <p:ph idx="1"/>
          </p:nvPr>
        </p:nvSpPr>
        <p:spPr/>
        <p:txBody>
          <a:bodyPr>
            <a:normAutofit fontScale="92500" lnSpcReduction="10000"/>
          </a:bodyPr>
          <a:lstStyle/>
          <a:p>
            <a:pPr marL="514350" lvl="0" indent="-514350">
              <a:buFont typeface="+mj-lt"/>
              <a:buAutoNum type="arabicPeriod"/>
            </a:pPr>
            <a:r>
              <a:rPr lang="es-MX" dirty="0"/>
              <a:t>Sustituir todos los símbolos no terminales por un único símbolo</a:t>
            </a:r>
          </a:p>
          <a:p>
            <a:pPr marL="514350" lvl="0" indent="-514350">
              <a:buFont typeface="+mj-lt"/>
              <a:buAutoNum type="arabicPeriod"/>
            </a:pPr>
            <a:r>
              <a:rPr lang="es-MX" dirty="0"/>
              <a:t>Insertar $ al principio y al final de la cadena de entrada</a:t>
            </a:r>
          </a:p>
          <a:p>
            <a:pPr marL="514350" lvl="0" indent="-514350">
              <a:buFont typeface="+mj-lt"/>
              <a:buAutoNum type="arabicPeriod"/>
            </a:pPr>
            <a:r>
              <a:rPr lang="es-MX" dirty="0"/>
              <a:t>Insertar las relaciones de precedencia en la cadena de entrada</a:t>
            </a:r>
          </a:p>
          <a:p>
            <a:pPr marL="514350" lvl="0" indent="-514350">
              <a:buFont typeface="+mj-lt"/>
              <a:buAutoNum type="arabicPeriod"/>
            </a:pPr>
            <a:r>
              <a:rPr lang="es-MX" dirty="0"/>
              <a:t>Mientras entrada diferente de $S$ hacer</a:t>
            </a:r>
          </a:p>
          <a:p>
            <a:pPr marL="514350" lvl="0" indent="-514350">
              <a:buFont typeface="+mj-lt"/>
              <a:buAutoNum type="arabicPeriod"/>
            </a:pPr>
            <a:r>
              <a:rPr lang="es-MX" dirty="0"/>
              <a:t>Recorrer entrada desde la izquierda hasta encontrar •&gt;</a:t>
            </a:r>
          </a:p>
          <a:p>
            <a:pPr marL="514350" lvl="0" indent="-514350">
              <a:buFont typeface="+mj-lt"/>
              <a:buAutoNum type="arabicPeriod"/>
            </a:pPr>
            <a:r>
              <a:rPr lang="es-MX" dirty="0"/>
              <a:t>Buscar a la izquierda, a partir de ese punto, el primer &lt;•</a:t>
            </a:r>
          </a:p>
          <a:p>
            <a:pPr marL="514350" lvl="0" indent="-514350">
              <a:buFont typeface="+mj-lt"/>
              <a:buAutoNum type="arabicPeriod"/>
            </a:pPr>
            <a:r>
              <a:rPr lang="es-MX" dirty="0"/>
              <a:t>Reducir el pivote que se encuentra en el medio</a:t>
            </a:r>
          </a:p>
          <a:p>
            <a:pPr marL="514350" lvl="0" indent="-514350">
              <a:buFont typeface="+mj-lt"/>
              <a:buAutoNum type="arabicPeriod"/>
            </a:pPr>
            <a:r>
              <a:rPr lang="es-MX" dirty="0"/>
              <a:t>Reinsertar las relaciones de precedencia, ignorando los no terminales</a:t>
            </a:r>
          </a:p>
          <a:p>
            <a:pPr marL="0" indent="0">
              <a:buNone/>
            </a:pPr>
            <a:endParaRPr lang="es-MX" dirty="0"/>
          </a:p>
        </p:txBody>
      </p:sp>
    </p:spTree>
    <p:extLst>
      <p:ext uri="{BB962C8B-B14F-4D97-AF65-F5344CB8AC3E}">
        <p14:creationId xmlns:p14="http://schemas.microsoft.com/office/powerpoint/2010/main" val="191359454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Procedencia de Operadores</a:t>
            </a:r>
            <a:endParaRPr lang="es-MX" dirty="0"/>
          </a:p>
        </p:txBody>
      </p:sp>
      <p:sp>
        <p:nvSpPr>
          <p:cNvPr id="3" name="Marcador de contenido 2"/>
          <p:cNvSpPr>
            <a:spLocks noGrp="1"/>
          </p:cNvSpPr>
          <p:nvPr>
            <p:ph idx="1"/>
          </p:nvPr>
        </p:nvSpPr>
        <p:spPr/>
        <p:txBody>
          <a:bodyPr/>
          <a:lstStyle/>
          <a:p>
            <a:pPr marL="0" lvl="0" indent="0">
              <a:buNone/>
            </a:pPr>
            <a:r>
              <a:rPr lang="es-MX" b="1" dirty="0"/>
              <a:t>Entrada:</a:t>
            </a:r>
            <a:r>
              <a:rPr lang="es-MX" dirty="0"/>
              <a:t>							$·(·Id·+·Id·)·$</a:t>
            </a:r>
          </a:p>
          <a:p>
            <a:pPr marL="0" lvl="0" indent="0">
              <a:buNone/>
            </a:pPr>
            <a:r>
              <a:rPr lang="es-MX" b="1" dirty="0" smtClean="0"/>
              <a:t>Gramática</a:t>
            </a:r>
            <a:r>
              <a:rPr lang="es-MX" b="1" dirty="0"/>
              <a:t>:</a:t>
            </a:r>
            <a:r>
              <a:rPr lang="es-MX" dirty="0"/>
              <a:t>					</a:t>
            </a:r>
            <a:endParaRPr lang="es-MX" dirty="0" smtClean="0"/>
          </a:p>
          <a:p>
            <a:pPr marL="0" lvl="0" indent="0">
              <a:buNone/>
            </a:pPr>
            <a:r>
              <a:rPr lang="es-MX" dirty="0"/>
              <a:t>	E::= E·+·E | E·*·E | (·E·) | Id</a:t>
            </a:r>
          </a:p>
          <a:p>
            <a:endParaRPr lang="es-MX" dirty="0"/>
          </a:p>
        </p:txBody>
      </p:sp>
      <p:pic>
        <p:nvPicPr>
          <p:cNvPr id="4" name="22 Imagen" descr="tabla.png"/>
          <p:cNvPicPr/>
          <p:nvPr/>
        </p:nvPicPr>
        <p:blipFill>
          <a:blip r:embed="rId2" cstate="print"/>
          <a:stretch>
            <a:fillRect/>
          </a:stretch>
        </p:blipFill>
        <p:spPr>
          <a:xfrm>
            <a:off x="1763688" y="3776461"/>
            <a:ext cx="5273798" cy="3081539"/>
          </a:xfrm>
          <a:prstGeom prst="rect">
            <a:avLst/>
          </a:prstGeom>
        </p:spPr>
      </p:pic>
    </p:spTree>
    <p:extLst>
      <p:ext uri="{BB962C8B-B14F-4D97-AF65-F5344CB8AC3E}">
        <p14:creationId xmlns:p14="http://schemas.microsoft.com/office/powerpoint/2010/main" val="124546562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Análisis</a:t>
            </a:r>
            <a:endParaRPr lang="es-MX" dirty="0"/>
          </a:p>
        </p:txBody>
      </p:sp>
      <p:pic>
        <p:nvPicPr>
          <p:cNvPr id="4" name="Marcador de contenido 3"/>
          <p:cNvPicPr>
            <a:picLocks noGrp="1" noChangeAspect="1"/>
          </p:cNvPicPr>
          <p:nvPr>
            <p:ph idx="1"/>
          </p:nvPr>
        </p:nvPicPr>
        <p:blipFill rotWithShape="1">
          <a:blip r:embed="rId2" cstate="print"/>
          <a:srcRect l="38129" t="49205" r="24097" b="31852"/>
          <a:stretch/>
        </p:blipFill>
        <p:spPr>
          <a:xfrm>
            <a:off x="1864217" y="1352281"/>
            <a:ext cx="5070448" cy="1906074"/>
          </a:xfrm>
          <a:prstGeom prst="rect">
            <a:avLst/>
          </a:prstGeom>
        </p:spPr>
      </p:pic>
      <p:pic>
        <p:nvPicPr>
          <p:cNvPr id="5" name="Imagen 4"/>
          <p:cNvPicPr/>
          <p:nvPr/>
        </p:nvPicPr>
        <p:blipFill>
          <a:blip r:embed="rId3" cstate="print">
            <a:lum bright="-10000" contrast="40000"/>
          </a:blip>
          <a:srcRect/>
          <a:stretch>
            <a:fillRect/>
          </a:stretch>
        </p:blipFill>
        <p:spPr bwMode="auto">
          <a:xfrm>
            <a:off x="3652955" y="3457978"/>
            <a:ext cx="1683544" cy="2286000"/>
          </a:xfrm>
          <a:prstGeom prst="rect">
            <a:avLst/>
          </a:prstGeom>
          <a:noFill/>
          <a:ln w="9525">
            <a:noFill/>
            <a:miter lim="800000"/>
            <a:headEnd/>
            <a:tailEnd/>
          </a:ln>
        </p:spPr>
      </p:pic>
    </p:spTree>
    <p:extLst>
      <p:ext uri="{BB962C8B-B14F-4D97-AF65-F5344CB8AC3E}">
        <p14:creationId xmlns:p14="http://schemas.microsoft.com/office/powerpoint/2010/main" val="406130270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Análisis</a:t>
            </a:r>
            <a:endParaRPr lang="es-MX" dirty="0"/>
          </a:p>
        </p:txBody>
      </p:sp>
      <p:pic>
        <p:nvPicPr>
          <p:cNvPr id="4" name="Imagen 3"/>
          <p:cNvPicPr>
            <a:picLocks noChangeAspect="1"/>
          </p:cNvPicPr>
          <p:nvPr/>
        </p:nvPicPr>
        <p:blipFill rotWithShape="1">
          <a:blip r:embed="rId2" cstate="print"/>
          <a:srcRect l="20866" t="33231" r="21328" b="16945"/>
          <a:stretch/>
        </p:blipFill>
        <p:spPr>
          <a:xfrm>
            <a:off x="1075386" y="1506828"/>
            <a:ext cx="6993229" cy="4518457"/>
          </a:xfrm>
          <a:prstGeom prst="rect">
            <a:avLst/>
          </a:prstGeom>
        </p:spPr>
      </p:pic>
    </p:spTree>
    <p:extLst>
      <p:ext uri="{BB962C8B-B14F-4D97-AF65-F5344CB8AC3E}">
        <p14:creationId xmlns:p14="http://schemas.microsoft.com/office/powerpoint/2010/main" val="115826682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Autómata de Pila</a:t>
            </a:r>
            <a:endParaRPr lang="es-MX" dirty="0"/>
          </a:p>
        </p:txBody>
      </p:sp>
      <p:sp>
        <p:nvSpPr>
          <p:cNvPr id="3" name="Marcador de contenido 2"/>
          <p:cNvSpPr>
            <a:spLocks noGrp="1"/>
          </p:cNvSpPr>
          <p:nvPr>
            <p:ph idx="1"/>
          </p:nvPr>
        </p:nvSpPr>
        <p:spPr>
          <a:xfrm>
            <a:off x="628650" y="5087155"/>
            <a:ext cx="7886700" cy="1089808"/>
          </a:xfrm>
        </p:spPr>
        <p:txBody>
          <a:bodyPr>
            <a:normAutofit fontScale="92500"/>
          </a:bodyPr>
          <a:lstStyle/>
          <a:p>
            <a:pPr marL="0" indent="0" algn="ctr">
              <a:buNone/>
            </a:pPr>
            <a:r>
              <a:rPr lang="es-MX" dirty="0" smtClean="0"/>
              <a:t>Es </a:t>
            </a:r>
            <a:r>
              <a:rPr lang="es-MX" dirty="0"/>
              <a:t>decir la forma genérica de la imagen de una terna </a:t>
            </a:r>
            <a:r>
              <a:rPr lang="es-MX" dirty="0" smtClean="0"/>
              <a:t>será</a:t>
            </a:r>
            <a:endParaRPr lang="es-MX" dirty="0"/>
          </a:p>
          <a:p>
            <a:pPr marL="0" indent="0" algn="ctr">
              <a:buNone/>
            </a:pPr>
            <a:r>
              <a:rPr lang="es-MX" dirty="0"/>
              <a:t>δ( ) </a:t>
            </a:r>
            <a:r>
              <a:rPr lang="es-MX" dirty="0" err="1"/>
              <a:t>q,a,Z</a:t>
            </a:r>
            <a:r>
              <a:rPr lang="es-MX" dirty="0"/>
              <a:t> = {(r1 ,ω1 ),L,(</a:t>
            </a:r>
            <a:r>
              <a:rPr lang="es-MX" dirty="0" err="1"/>
              <a:t>rk</a:t>
            </a:r>
            <a:r>
              <a:rPr lang="es-MX" dirty="0"/>
              <a:t> ,</a:t>
            </a:r>
            <a:r>
              <a:rPr lang="es-MX" dirty="0" err="1"/>
              <a:t>ωk</a:t>
            </a:r>
            <a:r>
              <a:rPr lang="es-MX" dirty="0"/>
              <a:t> );</a:t>
            </a:r>
            <a:r>
              <a:rPr lang="es-MX" dirty="0" err="1"/>
              <a:t>ri</a:t>
            </a:r>
            <a:r>
              <a:rPr lang="es-MX" dirty="0"/>
              <a:t> ∈</a:t>
            </a:r>
            <a:r>
              <a:rPr lang="es-MX" dirty="0" err="1"/>
              <a:t>Q,ωi</a:t>
            </a:r>
            <a:r>
              <a:rPr lang="es-MX" dirty="0"/>
              <a:t> ∈∆*}</a:t>
            </a:r>
          </a:p>
          <a:p>
            <a:pPr marL="0" indent="0">
              <a:buNone/>
            </a:pPr>
            <a:endParaRPr lang="es-MX" dirty="0"/>
          </a:p>
        </p:txBody>
      </p:sp>
      <p:pic>
        <p:nvPicPr>
          <p:cNvPr id="4" name="Imagen 3"/>
          <p:cNvPicPr>
            <a:picLocks noChangeAspect="1"/>
          </p:cNvPicPr>
          <p:nvPr/>
        </p:nvPicPr>
        <p:blipFill rotWithShape="1">
          <a:blip r:embed="rId2" cstate="print"/>
          <a:srcRect l="20074" t="38160" r="33998" b="24164"/>
          <a:stretch/>
        </p:blipFill>
        <p:spPr>
          <a:xfrm>
            <a:off x="1844899" y="1390920"/>
            <a:ext cx="5843789" cy="3593594"/>
          </a:xfrm>
          <a:prstGeom prst="rect">
            <a:avLst/>
          </a:prstGeom>
        </p:spPr>
      </p:pic>
    </p:spTree>
    <p:extLst>
      <p:ext uri="{BB962C8B-B14F-4D97-AF65-F5344CB8AC3E}">
        <p14:creationId xmlns:p14="http://schemas.microsoft.com/office/powerpoint/2010/main" val="157463733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Autómata de Pila</a:t>
            </a:r>
            <a:endParaRPr lang="es-MX" dirty="0"/>
          </a:p>
        </p:txBody>
      </p:sp>
      <p:sp>
        <p:nvSpPr>
          <p:cNvPr id="3" name="Marcador de contenido 2"/>
          <p:cNvSpPr>
            <a:spLocks noGrp="1"/>
          </p:cNvSpPr>
          <p:nvPr>
            <p:ph idx="1"/>
          </p:nvPr>
        </p:nvSpPr>
        <p:spPr/>
        <p:txBody>
          <a:bodyPr>
            <a:normAutofit/>
          </a:bodyPr>
          <a:lstStyle/>
          <a:p>
            <a:pPr algn="just"/>
            <a:r>
              <a:rPr lang="es-MX" dirty="0"/>
              <a:t>Para visualizar un autómata de pila podemos imaginar los estados y la cinta de entrada como en los autómatas finitos, pero ahora está la pila que podemos imaginar como una cinta interna </a:t>
            </a:r>
            <a:r>
              <a:rPr lang="es-MX" dirty="0" smtClean="0"/>
              <a:t>donde </a:t>
            </a:r>
            <a:r>
              <a:rPr lang="es-MX" dirty="0"/>
              <a:t>se van insertando </a:t>
            </a:r>
            <a:r>
              <a:rPr lang="es-MX" dirty="0" smtClean="0"/>
              <a:t>los símbolos.</a:t>
            </a:r>
            <a:endParaRPr lang="es-MX" dirty="0"/>
          </a:p>
          <a:p>
            <a:pPr algn="just"/>
            <a:r>
              <a:rPr lang="es-MX" dirty="0"/>
              <a:t>La pila hace el papel de una memoria rudimentaria: sobre ella se escriben palabras y se van extrayendo símbolo a símbolo. </a:t>
            </a:r>
          </a:p>
        </p:txBody>
      </p:sp>
    </p:spTree>
    <p:extLst>
      <p:ext uri="{BB962C8B-B14F-4D97-AF65-F5344CB8AC3E}">
        <p14:creationId xmlns:p14="http://schemas.microsoft.com/office/powerpoint/2010/main" val="6950975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Transiciones Especiales</a:t>
            </a:r>
            <a:endParaRPr lang="es-MX" dirty="0"/>
          </a:p>
        </p:txBody>
      </p:sp>
      <p:pic>
        <p:nvPicPr>
          <p:cNvPr id="4" name="Imagen 3"/>
          <p:cNvPicPr>
            <a:picLocks noChangeAspect="1"/>
          </p:cNvPicPr>
          <p:nvPr/>
        </p:nvPicPr>
        <p:blipFill rotWithShape="1">
          <a:blip r:embed="rId2" cstate="print"/>
          <a:srcRect l="20569" t="38864" r="22120" b="27157"/>
          <a:stretch/>
        </p:blipFill>
        <p:spPr>
          <a:xfrm>
            <a:off x="1004551" y="1815921"/>
            <a:ext cx="7389254" cy="3284112"/>
          </a:xfrm>
          <a:prstGeom prst="rect">
            <a:avLst/>
          </a:prstGeom>
        </p:spPr>
      </p:pic>
    </p:spTree>
    <p:extLst>
      <p:ext uri="{BB962C8B-B14F-4D97-AF65-F5344CB8AC3E}">
        <p14:creationId xmlns:p14="http://schemas.microsoft.com/office/powerpoint/2010/main" val="288372851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Representación</a:t>
            </a:r>
            <a:endParaRPr lang="es-MX" dirty="0"/>
          </a:p>
        </p:txBody>
      </p:sp>
      <p:pic>
        <p:nvPicPr>
          <p:cNvPr id="4" name="Marcador de contenido 3"/>
          <p:cNvPicPr>
            <a:picLocks noGrp="1" noChangeAspect="1"/>
          </p:cNvPicPr>
          <p:nvPr>
            <p:ph idx="1"/>
          </p:nvPr>
        </p:nvPicPr>
        <p:blipFill rotWithShape="1">
          <a:blip r:embed="rId2" cstate="print"/>
          <a:srcRect l="20159" t="45653" r="23596" b="37477"/>
          <a:stretch/>
        </p:blipFill>
        <p:spPr>
          <a:xfrm>
            <a:off x="628650" y="2446987"/>
            <a:ext cx="7732391" cy="1738647"/>
          </a:xfrm>
          <a:prstGeom prst="rect">
            <a:avLst/>
          </a:prstGeom>
        </p:spPr>
      </p:pic>
    </p:spTree>
    <p:extLst>
      <p:ext uri="{BB962C8B-B14F-4D97-AF65-F5344CB8AC3E}">
        <p14:creationId xmlns:p14="http://schemas.microsoft.com/office/powerpoint/2010/main" val="275162596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Ejemplo</a:t>
            </a:r>
            <a:endParaRPr lang="es-MX" dirty="0"/>
          </a:p>
        </p:txBody>
      </p:sp>
      <p:pic>
        <p:nvPicPr>
          <p:cNvPr id="4" name="Imagen 3"/>
          <p:cNvPicPr>
            <a:picLocks noChangeAspect="1"/>
          </p:cNvPicPr>
          <p:nvPr/>
        </p:nvPicPr>
        <p:blipFill rotWithShape="1">
          <a:blip r:embed="rId2" cstate="print"/>
          <a:srcRect l="21064" t="26892" r="24297" b="9375"/>
          <a:stretch/>
        </p:blipFill>
        <p:spPr>
          <a:xfrm>
            <a:off x="1757965" y="1690689"/>
            <a:ext cx="5331854" cy="4662153"/>
          </a:xfrm>
          <a:prstGeom prst="rect">
            <a:avLst/>
          </a:prstGeom>
        </p:spPr>
      </p:pic>
    </p:spTree>
    <p:extLst>
      <p:ext uri="{BB962C8B-B14F-4D97-AF65-F5344CB8AC3E}">
        <p14:creationId xmlns:p14="http://schemas.microsoft.com/office/powerpoint/2010/main" val="271331258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Autómatas de Pila</a:t>
            </a:r>
            <a:endParaRPr lang="es-MX" dirty="0"/>
          </a:p>
        </p:txBody>
      </p:sp>
      <p:pic>
        <p:nvPicPr>
          <p:cNvPr id="4" name="Imagen 3"/>
          <p:cNvPicPr>
            <a:picLocks noChangeAspect="1"/>
          </p:cNvPicPr>
          <p:nvPr/>
        </p:nvPicPr>
        <p:blipFill rotWithShape="1">
          <a:blip r:embed="rId2" cstate="print"/>
          <a:srcRect l="19877" t="31294" r="22812" b="26453"/>
          <a:stretch/>
        </p:blipFill>
        <p:spPr>
          <a:xfrm>
            <a:off x="772732" y="1918952"/>
            <a:ext cx="7466528" cy="4126578"/>
          </a:xfrm>
          <a:prstGeom prst="rect">
            <a:avLst/>
          </a:prstGeom>
        </p:spPr>
      </p:pic>
    </p:spTree>
    <p:extLst>
      <p:ext uri="{BB962C8B-B14F-4D97-AF65-F5344CB8AC3E}">
        <p14:creationId xmlns:p14="http://schemas.microsoft.com/office/powerpoint/2010/main" val="312779112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Autómata de Pila Determinista</a:t>
            </a:r>
            <a:endParaRPr lang="es-MX" dirty="0"/>
          </a:p>
        </p:txBody>
      </p:sp>
      <p:sp>
        <p:nvSpPr>
          <p:cNvPr id="3" name="Marcador de contenido 2"/>
          <p:cNvSpPr>
            <a:spLocks noGrp="1"/>
          </p:cNvSpPr>
          <p:nvPr>
            <p:ph idx="1"/>
          </p:nvPr>
        </p:nvSpPr>
        <p:spPr/>
        <p:txBody>
          <a:bodyPr/>
          <a:lstStyle/>
          <a:p>
            <a:r>
              <a:rPr lang="es-MX" dirty="0"/>
              <a:t>La idea general es que una autómata de pila es determinista cuando en ningún momento pueda darse la situación de tener varias transiciones posibles ante una situación actual del autómata.</a:t>
            </a:r>
          </a:p>
          <a:p>
            <a:r>
              <a:rPr lang="es-MX" dirty="0"/>
              <a:t>Formalmente un AP decimos que es determinista si</a:t>
            </a:r>
            <a:r>
              <a:rPr lang="es-MX" dirty="0" smtClean="0"/>
              <a:t>:</a:t>
            </a:r>
            <a:endParaRPr lang="es-MX" dirty="0"/>
          </a:p>
          <a:p>
            <a:r>
              <a:rPr lang="es-MX" b="1" dirty="0"/>
              <a:t>i)</a:t>
            </a:r>
            <a:r>
              <a:rPr lang="es-MX" dirty="0"/>
              <a:t> ∀( ) {} </a:t>
            </a:r>
            <a:r>
              <a:rPr lang="es-MX" dirty="0" err="1"/>
              <a:t>q,a,Z</a:t>
            </a:r>
            <a:r>
              <a:rPr lang="es-MX" dirty="0"/>
              <a:t> ∈Q×( ) Σ∪ λ ×(∆∪{λ}) se tiene δ(</a:t>
            </a:r>
            <a:r>
              <a:rPr lang="es-MX" dirty="0" err="1"/>
              <a:t>q,a,z</a:t>
            </a:r>
            <a:r>
              <a:rPr lang="es-MX" dirty="0"/>
              <a:t> ≤1)</a:t>
            </a:r>
          </a:p>
          <a:p>
            <a:r>
              <a:rPr lang="es-MX" b="1" dirty="0"/>
              <a:t>ii)</a:t>
            </a:r>
            <a:r>
              <a:rPr lang="es-MX" dirty="0"/>
              <a:t> ∀</a:t>
            </a:r>
            <a:r>
              <a:rPr lang="es-MX" dirty="0" err="1"/>
              <a:t>a∈Σ,Z</a:t>
            </a:r>
            <a:r>
              <a:rPr lang="es-MX" dirty="0"/>
              <a:t> ∈∆, como máximo uno de los cuatro tríos ( ) </a:t>
            </a:r>
            <a:r>
              <a:rPr lang="es-MX" dirty="0" err="1" smtClean="0"/>
              <a:t>q,a,Z</a:t>
            </a:r>
            <a:r>
              <a:rPr lang="es-MX" dirty="0" smtClean="0"/>
              <a:t>,(</a:t>
            </a:r>
            <a:r>
              <a:rPr lang="es-MX" dirty="0" err="1"/>
              <a:t>q,λ,Z</a:t>
            </a:r>
            <a:r>
              <a:rPr lang="es-MX" dirty="0"/>
              <a:t>),(</a:t>
            </a:r>
            <a:r>
              <a:rPr lang="es-MX" dirty="0" err="1"/>
              <a:t>q,a,λ</a:t>
            </a:r>
            <a:r>
              <a:rPr lang="es-MX" dirty="0"/>
              <a:t>),(</a:t>
            </a:r>
            <a:r>
              <a:rPr lang="es-MX" dirty="0" err="1"/>
              <a:t>q,λ,λ</a:t>
            </a:r>
            <a:r>
              <a:rPr lang="es-MX" dirty="0"/>
              <a:t>) tiene imagen no vacía a través de δ.</a:t>
            </a:r>
          </a:p>
          <a:p>
            <a:pPr marL="0" indent="0">
              <a:buNone/>
            </a:pPr>
            <a:endParaRPr lang="es-MX" dirty="0"/>
          </a:p>
        </p:txBody>
      </p:sp>
    </p:spTree>
    <p:extLst>
      <p:ext uri="{BB962C8B-B14F-4D97-AF65-F5344CB8AC3E}">
        <p14:creationId xmlns:p14="http://schemas.microsoft.com/office/powerpoint/2010/main" val="356316151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smtClean="0"/>
              <a:t>AP que aceptan palabras con pila vacía</a:t>
            </a:r>
            <a:endParaRPr lang="es-MX" dirty="0"/>
          </a:p>
        </p:txBody>
      </p:sp>
      <p:sp>
        <p:nvSpPr>
          <p:cNvPr id="3" name="Marcador de contenido 2"/>
          <p:cNvSpPr>
            <a:spLocks noGrp="1"/>
          </p:cNvSpPr>
          <p:nvPr>
            <p:ph idx="1"/>
          </p:nvPr>
        </p:nvSpPr>
        <p:spPr>
          <a:xfrm>
            <a:off x="467544" y="1484784"/>
            <a:ext cx="7467600" cy="4873752"/>
          </a:xfrm>
        </p:spPr>
        <p:txBody>
          <a:bodyPr>
            <a:normAutofit fontScale="92500"/>
          </a:bodyPr>
          <a:lstStyle/>
          <a:p>
            <a:r>
              <a:rPr lang="es-MX" b="1" dirty="0"/>
              <a:t>i)</a:t>
            </a:r>
            <a:r>
              <a:rPr lang="es-MX" dirty="0"/>
              <a:t> Quitamos la condición de inicial del estado inicial del AP dado, creamos un nuevo estado inicial i y añadimos la transición δ(</a:t>
            </a:r>
            <a:r>
              <a:rPr lang="es-MX" dirty="0" err="1"/>
              <a:t>i,λ,λ</a:t>
            </a:r>
            <a:r>
              <a:rPr lang="es-MX" dirty="0"/>
              <a:t>) (q ,#) = 0 donde q0 es el antiguo estado inicial y # es un símbolo de pila nuevo.</a:t>
            </a:r>
          </a:p>
          <a:p>
            <a:r>
              <a:rPr lang="es-MX" b="1" dirty="0"/>
              <a:t>ii)</a:t>
            </a:r>
            <a:r>
              <a:rPr lang="es-MX" dirty="0"/>
              <a:t> Quitamos la condición de final de todos los antiguos estados finales, añadimos un nuevo estado s y para cada antiguo estado final </a:t>
            </a:r>
            <a:r>
              <a:rPr lang="es-MX" dirty="0" err="1"/>
              <a:t>r∈F</a:t>
            </a:r>
            <a:r>
              <a:rPr lang="es-MX" dirty="0"/>
              <a:t> añadimos la transición δ( )( ) </a:t>
            </a:r>
            <a:r>
              <a:rPr lang="es-MX" dirty="0" err="1"/>
              <a:t>r,λ,λ</a:t>
            </a:r>
            <a:r>
              <a:rPr lang="es-MX" dirty="0"/>
              <a:t> = </a:t>
            </a:r>
            <a:r>
              <a:rPr lang="es-MX" dirty="0" err="1"/>
              <a:t>s,λ</a:t>
            </a:r>
            <a:r>
              <a:rPr lang="es-MX" dirty="0"/>
              <a:t> que sólo cambia de estado.</a:t>
            </a:r>
          </a:p>
          <a:p>
            <a:r>
              <a:rPr lang="es-MX" b="1" dirty="0"/>
              <a:t>iii)</a:t>
            </a:r>
            <a:r>
              <a:rPr lang="es-MX" dirty="0"/>
              <a:t> Para cada Z ∈∆ añadimos una transición δ(</a:t>
            </a:r>
            <a:r>
              <a:rPr lang="es-MX" dirty="0" err="1"/>
              <a:t>s,λ,Z</a:t>
            </a:r>
            <a:r>
              <a:rPr lang="es-MX" dirty="0"/>
              <a:t>) = (</a:t>
            </a:r>
            <a:r>
              <a:rPr lang="es-MX" dirty="0" err="1"/>
              <a:t>s,λ</a:t>
            </a:r>
            <a:r>
              <a:rPr lang="es-MX" dirty="0"/>
              <a:t>)</a:t>
            </a:r>
          </a:p>
          <a:p>
            <a:r>
              <a:rPr lang="es-MX" b="1" dirty="0"/>
              <a:t>iv)</a:t>
            </a:r>
            <a:r>
              <a:rPr lang="es-MX" dirty="0"/>
              <a:t> Añadimos un estado final nuevo f y la transición δ(</a:t>
            </a:r>
            <a:r>
              <a:rPr lang="es-MX" dirty="0" err="1"/>
              <a:t>s,λ</a:t>
            </a:r>
            <a:r>
              <a:rPr lang="es-MX" dirty="0"/>
              <a:t>,#) = (f ,λ).</a:t>
            </a:r>
          </a:p>
          <a:p>
            <a:pPr marL="0" indent="0">
              <a:buNone/>
            </a:pPr>
            <a:endParaRPr lang="es-MX" dirty="0"/>
          </a:p>
        </p:txBody>
      </p:sp>
    </p:spTree>
    <p:extLst>
      <p:ext uri="{BB962C8B-B14F-4D97-AF65-F5344CB8AC3E}">
        <p14:creationId xmlns:p14="http://schemas.microsoft.com/office/powerpoint/2010/main" val="243140770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28650" y="273184"/>
            <a:ext cx="7886700" cy="1325563"/>
          </a:xfrm>
        </p:spPr>
        <p:txBody>
          <a:bodyPr/>
          <a:lstStyle/>
          <a:p>
            <a:r>
              <a:rPr lang="es-MX" dirty="0" smtClean="0"/>
              <a:t>Ejemplo</a:t>
            </a:r>
            <a:endParaRPr lang="es-MX" dirty="0"/>
          </a:p>
        </p:txBody>
      </p:sp>
      <p:sp>
        <p:nvSpPr>
          <p:cNvPr id="3" name="Marcador de contenido 2"/>
          <p:cNvSpPr>
            <a:spLocks noGrp="1"/>
          </p:cNvSpPr>
          <p:nvPr>
            <p:ph idx="1"/>
          </p:nvPr>
        </p:nvSpPr>
        <p:spPr/>
        <p:txBody>
          <a:bodyPr/>
          <a:lstStyle/>
          <a:p>
            <a:r>
              <a:rPr lang="es-MX" dirty="0"/>
              <a:t>Un AP equivalente a M9 que </a:t>
            </a:r>
            <a:r>
              <a:rPr lang="es-MX" dirty="0" err="1"/>
              <a:t>vacia</a:t>
            </a:r>
            <a:r>
              <a:rPr lang="es-MX" dirty="0"/>
              <a:t> su pila antes de aceptar cualquier palabra será</a:t>
            </a:r>
          </a:p>
          <a:p>
            <a:r>
              <a:rPr lang="es-MX" dirty="0"/>
              <a:t>AP equivalente a M9 que vacía la pila antes de aceptar palabras.</a:t>
            </a:r>
          </a:p>
          <a:p>
            <a:pPr marL="0" indent="0">
              <a:buNone/>
            </a:pPr>
            <a:endParaRPr lang="es-MX" dirty="0"/>
          </a:p>
        </p:txBody>
      </p:sp>
      <p:pic>
        <p:nvPicPr>
          <p:cNvPr id="7169" name="Imagen 13"/>
          <p:cNvPicPr>
            <a:picLocks noChangeAspect="1" noChangeArrowheads="1"/>
          </p:cNvPicPr>
          <p:nvPr/>
        </p:nvPicPr>
        <p:blipFill>
          <a:blip r:embed="rId2" cstate="print">
            <a:extLst>
              <a:ext uri="{28A0092B-C50C-407E-A947-70E740481C1C}">
                <a14:useLocalDpi xmlns:a14="http://schemas.microsoft.com/office/drawing/2010/main" val="0"/>
              </a:ext>
            </a:extLst>
          </a:blip>
          <a:srcRect l="32835" t="60269" r="32953" b="24243"/>
          <a:stretch>
            <a:fillRect/>
          </a:stretch>
        </p:blipFill>
        <p:spPr bwMode="auto">
          <a:xfrm>
            <a:off x="2289220" y="3469102"/>
            <a:ext cx="4365938" cy="1487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584354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MX" dirty="0" smtClean="0"/>
              <a:t>Autómatas de Pila, y Gramáticas </a:t>
            </a:r>
            <a:r>
              <a:rPr lang="es-MX" dirty="0" err="1" smtClean="0"/>
              <a:t>ind</a:t>
            </a:r>
            <a:r>
              <a:rPr lang="es-MX" dirty="0" smtClean="0"/>
              <a:t>. Del contexto</a:t>
            </a:r>
            <a:endParaRPr lang="es-MX" dirty="0"/>
          </a:p>
        </p:txBody>
      </p:sp>
      <p:sp>
        <p:nvSpPr>
          <p:cNvPr id="3" name="Marcador de contenido 2"/>
          <p:cNvSpPr>
            <a:spLocks noGrp="1"/>
          </p:cNvSpPr>
          <p:nvPr>
            <p:ph idx="1"/>
          </p:nvPr>
        </p:nvSpPr>
        <p:spPr/>
        <p:txBody>
          <a:bodyPr/>
          <a:lstStyle/>
          <a:p>
            <a:pPr marL="0" indent="0">
              <a:buNone/>
            </a:pPr>
            <a:r>
              <a:rPr lang="es-MX" sz="2000" dirty="0" smtClean="0"/>
              <a:t>Por </a:t>
            </a:r>
            <a:r>
              <a:rPr lang="es-MX" sz="2000" dirty="0"/>
              <a:t>ejemplo sea el alfabeto de pila Γ = {</a:t>
            </a:r>
            <a:r>
              <a:rPr lang="es-MX" sz="2000" dirty="0" err="1"/>
              <a:t>x,A,B</a:t>
            </a:r>
            <a:r>
              <a:rPr lang="es-MX" sz="2000" dirty="0"/>
              <a:t>} y el de entrada Σ = { } x, y según nuestra definición la transición δ(</a:t>
            </a:r>
            <a:r>
              <a:rPr lang="es-MX" sz="2000" dirty="0" err="1"/>
              <a:t>p,x,A</a:t>
            </a:r>
            <a:r>
              <a:rPr lang="es-MX" sz="2000" dirty="0"/>
              <a:t>) = (</a:t>
            </a:r>
            <a:r>
              <a:rPr lang="es-MX" sz="2000" dirty="0" err="1"/>
              <a:t>q,xAB</a:t>
            </a:r>
            <a:r>
              <a:rPr lang="es-MX" sz="2000" dirty="0"/>
              <a:t>) está permitida y el efecto en la pila sería el de la figura</a:t>
            </a:r>
            <a:r>
              <a:rPr lang="es-MX" sz="2000" dirty="0" smtClean="0"/>
              <a:t>:</a:t>
            </a:r>
          </a:p>
          <a:p>
            <a:pPr marL="0" indent="0">
              <a:buNone/>
            </a:pPr>
            <a:endParaRPr lang="es-MX" sz="2000" dirty="0"/>
          </a:p>
          <a:p>
            <a:pPr marL="0" indent="0">
              <a:buNone/>
            </a:pPr>
            <a:endParaRPr lang="es-MX" sz="2000" dirty="0" smtClean="0"/>
          </a:p>
          <a:p>
            <a:pPr marL="0" indent="0">
              <a:buNone/>
            </a:pPr>
            <a:endParaRPr lang="es-MX" sz="2000" dirty="0" smtClean="0"/>
          </a:p>
          <a:p>
            <a:pPr marL="0" indent="0">
              <a:buNone/>
            </a:pPr>
            <a:endParaRPr lang="es-MX" sz="2000" dirty="0"/>
          </a:p>
          <a:p>
            <a:pPr marL="0" indent="0">
              <a:buNone/>
            </a:pPr>
            <a:r>
              <a:rPr lang="es-MX" sz="2000" dirty="0"/>
              <a:t>Mientras que ese mismo efecto en un modelo de AP que sólo admite la inserción en pila símbolo a símbolo lo causaría la secuencia de movimientos</a:t>
            </a:r>
          </a:p>
          <a:p>
            <a:pPr marL="0" indent="0">
              <a:buNone/>
            </a:pPr>
            <a:endParaRPr lang="es-MX" dirty="0"/>
          </a:p>
          <a:p>
            <a:endParaRPr lang="es-MX" dirty="0"/>
          </a:p>
        </p:txBody>
      </p:sp>
      <p:pic>
        <p:nvPicPr>
          <p:cNvPr id="4" name="Imagen 3"/>
          <p:cNvPicPr/>
          <p:nvPr/>
        </p:nvPicPr>
        <p:blipFill>
          <a:blip r:embed="rId2" cstate="print"/>
          <a:srcRect l="36830" t="22961" r="38887" b="60121"/>
          <a:stretch>
            <a:fillRect/>
          </a:stretch>
        </p:blipFill>
        <p:spPr bwMode="auto">
          <a:xfrm>
            <a:off x="3275856" y="3068960"/>
            <a:ext cx="2684492" cy="1322970"/>
          </a:xfrm>
          <a:prstGeom prst="rect">
            <a:avLst/>
          </a:prstGeom>
          <a:noFill/>
          <a:ln w="9525">
            <a:noFill/>
            <a:miter lim="800000"/>
            <a:headEnd/>
            <a:tailEnd/>
          </a:ln>
        </p:spPr>
      </p:pic>
      <p:pic>
        <p:nvPicPr>
          <p:cNvPr id="5" name="Imagen 4"/>
          <p:cNvPicPr/>
          <p:nvPr/>
        </p:nvPicPr>
        <p:blipFill>
          <a:blip r:embed="rId2" cstate="print"/>
          <a:srcRect l="33096" t="54079" r="32263" b="36230"/>
          <a:stretch>
            <a:fillRect/>
          </a:stretch>
        </p:blipFill>
        <p:spPr bwMode="auto">
          <a:xfrm>
            <a:off x="2555776" y="5445224"/>
            <a:ext cx="4127099" cy="1070690"/>
          </a:xfrm>
          <a:prstGeom prst="rect">
            <a:avLst/>
          </a:prstGeom>
          <a:noFill/>
          <a:ln w="9525">
            <a:noFill/>
            <a:miter lim="800000"/>
            <a:headEnd/>
            <a:tailEnd/>
          </a:ln>
        </p:spPr>
      </p:pic>
    </p:spTree>
    <p:extLst>
      <p:ext uri="{BB962C8B-B14F-4D97-AF65-F5344CB8AC3E}">
        <p14:creationId xmlns:p14="http://schemas.microsoft.com/office/powerpoint/2010/main" val="139598011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p:nvPr/>
        </p:nvPicPr>
        <p:blipFill>
          <a:blip r:embed="rId2" cstate="print"/>
          <a:srcRect l="31229" t="7855" r="31942" b="73716"/>
          <a:stretch>
            <a:fillRect/>
          </a:stretch>
        </p:blipFill>
        <p:spPr bwMode="auto">
          <a:xfrm>
            <a:off x="4095483" y="5949280"/>
            <a:ext cx="3644870" cy="778390"/>
          </a:xfrm>
          <a:prstGeom prst="rect">
            <a:avLst/>
          </a:prstGeom>
          <a:noFill/>
          <a:ln w="9525">
            <a:noFill/>
            <a:miter lim="800000"/>
            <a:headEnd/>
            <a:tailEnd/>
          </a:ln>
        </p:spPr>
      </p:pic>
      <p:sp>
        <p:nvSpPr>
          <p:cNvPr id="2" name="Título 1"/>
          <p:cNvSpPr>
            <a:spLocks noGrp="1"/>
          </p:cNvSpPr>
          <p:nvPr>
            <p:ph type="title"/>
          </p:nvPr>
        </p:nvSpPr>
        <p:spPr/>
        <p:txBody>
          <a:bodyPr/>
          <a:lstStyle/>
          <a:p>
            <a:pPr algn="ctr"/>
            <a:r>
              <a:rPr lang="es-MX" dirty="0" smtClean="0"/>
              <a:t>Autómata de Pila Equivalente a una Gramática tipo 2</a:t>
            </a:r>
            <a:endParaRPr lang="es-MX" dirty="0"/>
          </a:p>
        </p:txBody>
      </p:sp>
      <p:sp>
        <p:nvSpPr>
          <p:cNvPr id="3" name="Marcador de contenido 2"/>
          <p:cNvSpPr>
            <a:spLocks noGrp="1"/>
          </p:cNvSpPr>
          <p:nvPr>
            <p:ph idx="1"/>
          </p:nvPr>
        </p:nvSpPr>
        <p:spPr>
          <a:xfrm>
            <a:off x="467544" y="1412776"/>
            <a:ext cx="7467600" cy="4873752"/>
          </a:xfrm>
        </p:spPr>
        <p:txBody>
          <a:bodyPr>
            <a:normAutofit lnSpcReduction="10000"/>
          </a:bodyPr>
          <a:lstStyle/>
          <a:p>
            <a:r>
              <a:rPr lang="es-MX" sz="2400" dirty="0"/>
              <a:t>Sea la gramática G, definida por las reglas </a:t>
            </a:r>
            <a:r>
              <a:rPr lang="es-MX" sz="2400" b="1" dirty="0"/>
              <a:t>A:=xAy / </a:t>
            </a:r>
            <a:r>
              <a:rPr lang="es-MX" sz="2400" b="1" dirty="0" err="1"/>
              <a:t>xy</a:t>
            </a:r>
            <a:r>
              <a:rPr lang="es-MX" sz="2400" b="1" dirty="0"/>
              <a:t>.</a:t>
            </a:r>
            <a:r>
              <a:rPr lang="es-MX" sz="2400" dirty="0"/>
              <a:t> Para construir un AP equivalente, tomamos </a:t>
            </a:r>
            <a:r>
              <a:rPr lang="es-MX" sz="2400" b="1" dirty="0"/>
              <a:t>Q={</a:t>
            </a:r>
            <a:r>
              <a:rPr lang="es-MX" sz="2400" b="1" dirty="0" err="1"/>
              <a:t>i,p,q,f</a:t>
            </a:r>
            <a:r>
              <a:rPr lang="es-MX" sz="2400" b="1" dirty="0"/>
              <a:t>}</a:t>
            </a:r>
            <a:r>
              <a:rPr lang="es-MX" sz="2400" dirty="0"/>
              <a:t>, el alfabeto de entrada será </a:t>
            </a:r>
            <a:r>
              <a:rPr lang="es-MX" sz="2400" b="1" dirty="0"/>
              <a:t>∑T ={</a:t>
            </a:r>
            <a:r>
              <a:rPr lang="es-MX" sz="2400" b="1" dirty="0" err="1"/>
              <a:t>x,y</a:t>
            </a:r>
            <a:r>
              <a:rPr lang="es-MX" sz="2400" b="1" dirty="0"/>
              <a:t>},</a:t>
            </a:r>
            <a:r>
              <a:rPr lang="es-MX" sz="2400" dirty="0"/>
              <a:t> como alfabeto de pila tomaremos </a:t>
            </a:r>
            <a:r>
              <a:rPr lang="es-MX" sz="2400" b="1" dirty="0"/>
              <a:t>∆={</a:t>
            </a:r>
            <a:r>
              <a:rPr lang="es-MX" sz="2400" b="1" dirty="0" err="1"/>
              <a:t>x,y,A</a:t>
            </a:r>
            <a:r>
              <a:rPr lang="es-MX" sz="2400" b="1" dirty="0"/>
              <a:t>,#}</a:t>
            </a:r>
            <a:r>
              <a:rPr lang="es-MX" sz="2400" dirty="0"/>
              <a:t> y las transiciones</a:t>
            </a:r>
            <a:r>
              <a:rPr lang="es-MX" sz="2400" dirty="0" smtClean="0"/>
              <a:t>:</a:t>
            </a:r>
            <a:endParaRPr lang="es-MX" sz="2400" dirty="0"/>
          </a:p>
          <a:p>
            <a:pPr lvl="2"/>
            <a:r>
              <a:rPr lang="es-MX" b="1" dirty="0"/>
              <a:t>i)</a:t>
            </a:r>
            <a:r>
              <a:rPr lang="es-MX" dirty="0"/>
              <a:t> δ(</a:t>
            </a:r>
            <a:r>
              <a:rPr lang="es-MX" dirty="0" err="1"/>
              <a:t>i,λ,λ</a:t>
            </a:r>
            <a:r>
              <a:rPr lang="es-MX" dirty="0"/>
              <a:t>)=(p, #) transición que inserta la # en el fondo de la pila</a:t>
            </a:r>
          </a:p>
          <a:p>
            <a:pPr lvl="2"/>
            <a:r>
              <a:rPr lang="es-MX" b="1" dirty="0"/>
              <a:t>ii)</a:t>
            </a:r>
            <a:r>
              <a:rPr lang="es-MX" dirty="0"/>
              <a:t> δ(</a:t>
            </a:r>
            <a:r>
              <a:rPr lang="es-MX" dirty="0" err="1"/>
              <a:t>p,λ,λ</a:t>
            </a:r>
            <a:r>
              <a:rPr lang="es-MX" dirty="0"/>
              <a:t>)=(</a:t>
            </a:r>
            <a:r>
              <a:rPr lang="es-MX" dirty="0" err="1"/>
              <a:t>q,A</a:t>
            </a:r>
            <a:r>
              <a:rPr lang="es-MX" dirty="0"/>
              <a:t>) transición que inserta el axioma encima de la # al comenzar.</a:t>
            </a:r>
          </a:p>
          <a:p>
            <a:pPr lvl="2"/>
            <a:r>
              <a:rPr lang="es-MX" b="1" dirty="0"/>
              <a:t>iii)</a:t>
            </a:r>
            <a:r>
              <a:rPr lang="es-MX" dirty="0"/>
              <a:t> Por la regla A:=xAy añadimos la transición δ(</a:t>
            </a:r>
            <a:r>
              <a:rPr lang="es-MX" dirty="0" err="1"/>
              <a:t>q,λ,A</a:t>
            </a:r>
            <a:r>
              <a:rPr lang="es-MX" dirty="0"/>
              <a:t>)=(</a:t>
            </a:r>
            <a:r>
              <a:rPr lang="es-MX" dirty="0" err="1"/>
              <a:t>q,xAy</a:t>
            </a:r>
            <a:r>
              <a:rPr lang="es-MX" dirty="0"/>
              <a:t>); por la regla A:=xy añadimos la transición δ(</a:t>
            </a:r>
            <a:r>
              <a:rPr lang="es-MX" dirty="0" err="1"/>
              <a:t>q,λ,A</a:t>
            </a:r>
            <a:r>
              <a:rPr lang="es-MX" dirty="0"/>
              <a:t>)=(</a:t>
            </a:r>
            <a:r>
              <a:rPr lang="es-MX" dirty="0" err="1"/>
              <a:t>q,xy</a:t>
            </a:r>
            <a:r>
              <a:rPr lang="es-MX" dirty="0"/>
              <a:t>).</a:t>
            </a:r>
          </a:p>
          <a:p>
            <a:pPr lvl="2"/>
            <a:r>
              <a:rPr lang="es-MX" b="1" dirty="0"/>
              <a:t>iv)</a:t>
            </a:r>
            <a:r>
              <a:rPr lang="es-MX" dirty="0"/>
              <a:t> Por ser </a:t>
            </a:r>
            <a:r>
              <a:rPr lang="es-MX" dirty="0" err="1"/>
              <a:t>x,y</a:t>
            </a:r>
            <a:r>
              <a:rPr lang="es-MX" dirty="0"/>
              <a:t> los dos únicos terminales añadimos las transiciones δ(</a:t>
            </a:r>
            <a:r>
              <a:rPr lang="es-MX" dirty="0" err="1"/>
              <a:t>q,x,x</a:t>
            </a:r>
            <a:r>
              <a:rPr lang="es-MX" dirty="0"/>
              <a:t>)=(</a:t>
            </a:r>
            <a:r>
              <a:rPr lang="es-MX" dirty="0" err="1"/>
              <a:t>q,λ</a:t>
            </a:r>
            <a:r>
              <a:rPr lang="es-MX" dirty="0"/>
              <a:t>) y δ(</a:t>
            </a:r>
            <a:r>
              <a:rPr lang="es-MX" dirty="0" err="1"/>
              <a:t>q,y,y</a:t>
            </a:r>
            <a:r>
              <a:rPr lang="es-MX" dirty="0"/>
              <a:t>)=(</a:t>
            </a:r>
            <a:r>
              <a:rPr lang="es-MX" dirty="0" err="1"/>
              <a:t>q,λ</a:t>
            </a:r>
            <a:r>
              <a:rPr lang="es-MX" dirty="0"/>
              <a:t>).</a:t>
            </a:r>
          </a:p>
          <a:p>
            <a:pPr lvl="2"/>
            <a:r>
              <a:rPr lang="es-MX" b="1" dirty="0"/>
              <a:t>v)</a:t>
            </a:r>
            <a:r>
              <a:rPr lang="es-MX" dirty="0"/>
              <a:t> Por último la transición que extrae la #, δ(</a:t>
            </a:r>
            <a:r>
              <a:rPr lang="es-MX" dirty="0" err="1"/>
              <a:t>q,λ</a:t>
            </a:r>
            <a:r>
              <a:rPr lang="es-MX" dirty="0"/>
              <a:t>,#)=(</a:t>
            </a:r>
            <a:r>
              <a:rPr lang="es-MX" dirty="0" err="1"/>
              <a:t>f,λ</a:t>
            </a:r>
            <a:r>
              <a:rPr lang="es-MX" dirty="0"/>
              <a:t>)</a:t>
            </a:r>
          </a:p>
          <a:p>
            <a:pPr marL="0" indent="0">
              <a:buNone/>
            </a:pPr>
            <a:endParaRPr lang="es-MX" dirty="0"/>
          </a:p>
        </p:txBody>
      </p:sp>
    </p:spTree>
    <p:extLst>
      <p:ext uri="{BB962C8B-B14F-4D97-AF65-F5344CB8AC3E}">
        <p14:creationId xmlns:p14="http://schemas.microsoft.com/office/powerpoint/2010/main" val="260663425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28650" y="347731"/>
            <a:ext cx="7886700" cy="5829233"/>
          </a:xfrm>
        </p:spPr>
        <p:txBody>
          <a:bodyPr/>
          <a:lstStyle/>
          <a:p>
            <a:pPr marL="0" indent="0">
              <a:buNone/>
            </a:pPr>
            <a:r>
              <a:rPr lang="es-MX" sz="2000" dirty="0"/>
              <a:t>Supongamos que en la cinta de entrada de la máquina escribimos la palabra w = </a:t>
            </a:r>
            <a:r>
              <a:rPr lang="es-MX" sz="2000" dirty="0" err="1"/>
              <a:t>xxyy</a:t>
            </a:r>
            <a:r>
              <a:rPr lang="es-MX" sz="2000" dirty="0"/>
              <a:t>, que es del lenguaje de la gramática porque se obtiene del axioma A→ </a:t>
            </a:r>
            <a:r>
              <a:rPr lang="es-MX" sz="2000" dirty="0" err="1"/>
              <a:t>xAy</a:t>
            </a:r>
            <a:r>
              <a:rPr lang="es-MX" sz="2000" dirty="0"/>
              <a:t> → </a:t>
            </a:r>
            <a:r>
              <a:rPr lang="es-MX" sz="2000" dirty="0" err="1"/>
              <a:t>xxyy</a:t>
            </a:r>
            <a:r>
              <a:rPr lang="es-MX" sz="2000" dirty="0"/>
              <a:t>. En la cinta tendremos</a:t>
            </a:r>
            <a:r>
              <a:rPr lang="es-MX" sz="2000" dirty="0" smtClean="0"/>
              <a:t>:</a:t>
            </a:r>
          </a:p>
          <a:p>
            <a:pPr marL="0" indent="0">
              <a:buNone/>
            </a:pPr>
            <a:endParaRPr lang="es-MX" sz="2000" dirty="0"/>
          </a:p>
          <a:p>
            <a:pPr marL="0" indent="0">
              <a:buNone/>
            </a:pPr>
            <a:endParaRPr lang="es-MX" sz="2000" dirty="0" smtClean="0"/>
          </a:p>
          <a:p>
            <a:r>
              <a:rPr lang="es-MX" sz="2000" dirty="0"/>
              <a:t>(con el número de debajo de cada símbolo indicamos la casilla que ocupa, incluida la marca de fin de cadena, </a:t>
            </a:r>
            <a:r>
              <a:rPr lang="es-MX" sz="2000" dirty="0" err="1"/>
              <a:t>p.e</a:t>
            </a:r>
            <a:r>
              <a:rPr lang="es-MX" sz="2000" dirty="0"/>
              <a:t>. y (4) es la segunda y de la palabra)</a:t>
            </a:r>
          </a:p>
          <a:p>
            <a:r>
              <a:rPr lang="es-MX" sz="2000" dirty="0"/>
              <a:t>En la siguiente tabla vemos la secuencia de transiciones realizadas para procesar la palabra </a:t>
            </a:r>
            <a:r>
              <a:rPr lang="es-MX" sz="2000" dirty="0" err="1"/>
              <a:t>xxyy</a:t>
            </a:r>
            <a:r>
              <a:rPr lang="es-MX" sz="2000" dirty="0"/>
              <a:t> (el símbolo de la cima de la pila es el primero de la izquierda en cada momento).</a:t>
            </a:r>
          </a:p>
          <a:p>
            <a:pPr marL="0" indent="0">
              <a:buNone/>
            </a:pPr>
            <a:endParaRPr lang="es-MX" dirty="0"/>
          </a:p>
          <a:p>
            <a:endParaRPr lang="es-MX" dirty="0"/>
          </a:p>
        </p:txBody>
      </p:sp>
      <p:pic>
        <p:nvPicPr>
          <p:cNvPr id="6" name="Imagen 5"/>
          <p:cNvPicPr>
            <a:picLocks noChangeAspect="1"/>
          </p:cNvPicPr>
          <p:nvPr/>
        </p:nvPicPr>
        <p:blipFill rotWithShape="1">
          <a:blip r:embed="rId2" cstate="print"/>
          <a:srcRect l="41949" t="45378" r="40531" b="43883"/>
          <a:stretch/>
        </p:blipFill>
        <p:spPr>
          <a:xfrm>
            <a:off x="3347864" y="1484784"/>
            <a:ext cx="2115355" cy="611987"/>
          </a:xfrm>
          <a:prstGeom prst="rect">
            <a:avLst/>
          </a:prstGeom>
        </p:spPr>
      </p:pic>
      <p:pic>
        <p:nvPicPr>
          <p:cNvPr id="7" name="Imagen 6"/>
          <p:cNvPicPr/>
          <p:nvPr/>
        </p:nvPicPr>
        <p:blipFill>
          <a:blip r:embed="rId3" cstate="print"/>
          <a:srcRect l="31399" t="36556" r="32433" b="21721"/>
          <a:stretch>
            <a:fillRect/>
          </a:stretch>
        </p:blipFill>
        <p:spPr bwMode="auto">
          <a:xfrm>
            <a:off x="3347864" y="4122664"/>
            <a:ext cx="3731050" cy="2735336"/>
          </a:xfrm>
          <a:prstGeom prst="rect">
            <a:avLst/>
          </a:prstGeom>
          <a:noFill/>
          <a:ln w="9525">
            <a:noFill/>
            <a:miter lim="800000"/>
            <a:headEnd/>
            <a:tailEnd/>
          </a:ln>
        </p:spPr>
      </p:pic>
    </p:spTree>
    <p:extLst>
      <p:ext uri="{BB962C8B-B14F-4D97-AF65-F5344CB8AC3E}">
        <p14:creationId xmlns:p14="http://schemas.microsoft.com/office/powerpoint/2010/main" val="236936142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28650" y="515155"/>
            <a:ext cx="7886700" cy="5661808"/>
          </a:xfrm>
        </p:spPr>
        <p:txBody>
          <a:bodyPr/>
          <a:lstStyle/>
          <a:p>
            <a:pPr marL="0" indent="0">
              <a:buNone/>
            </a:pPr>
            <a:r>
              <a:rPr lang="es-MX" dirty="0"/>
              <a:t>Al procesar la palabra </a:t>
            </a:r>
            <a:r>
              <a:rPr lang="es-MX" dirty="0" err="1"/>
              <a:t>xxyy</a:t>
            </a:r>
            <a:r>
              <a:rPr lang="es-MX" dirty="0"/>
              <a:t> en la pila del AP veríamos sucesivamente (los números de las casillas inferiores indican la posición ‘actual’ en la cinta de entrada, los números entre paréntesis indican el número de orden del movimiento o ‘instante’ del proceso).</a:t>
            </a:r>
          </a:p>
          <a:p>
            <a:pPr marL="0" indent="0">
              <a:buNone/>
            </a:pPr>
            <a:endParaRPr lang="es-MX" dirty="0"/>
          </a:p>
        </p:txBody>
      </p:sp>
      <p:pic>
        <p:nvPicPr>
          <p:cNvPr id="4" name="Imagen 3"/>
          <p:cNvPicPr/>
          <p:nvPr/>
        </p:nvPicPr>
        <p:blipFill>
          <a:blip r:embed="rId2" cstate="print"/>
          <a:srcRect l="39206" t="37160" r="40416" b="37125"/>
          <a:stretch>
            <a:fillRect/>
          </a:stretch>
        </p:blipFill>
        <p:spPr bwMode="auto">
          <a:xfrm>
            <a:off x="2699792" y="2852936"/>
            <a:ext cx="3324359" cy="2991583"/>
          </a:xfrm>
          <a:prstGeom prst="rect">
            <a:avLst/>
          </a:prstGeom>
          <a:noFill/>
          <a:ln w="9525">
            <a:noFill/>
            <a:miter lim="800000"/>
            <a:headEnd/>
            <a:tailEnd/>
          </a:ln>
        </p:spPr>
      </p:pic>
    </p:spTree>
    <p:extLst>
      <p:ext uri="{BB962C8B-B14F-4D97-AF65-F5344CB8AC3E}">
        <p14:creationId xmlns:p14="http://schemas.microsoft.com/office/powerpoint/2010/main" val="379076996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28650" y="206063"/>
            <a:ext cx="7886700" cy="5970901"/>
          </a:xfrm>
        </p:spPr>
        <p:txBody>
          <a:bodyPr/>
          <a:lstStyle/>
          <a:p>
            <a:r>
              <a:rPr lang="es-MX" dirty="0"/>
              <a:t>No olvidemos que esto es un método universal para construir un AP equivalente a una gramática independiente del contexto dada. Puede ocurrir que encontremos otro AP también equivalente a la gramática dada. En concreto en nuestro ejemplo podría ser</a:t>
            </a:r>
          </a:p>
          <a:p>
            <a:r>
              <a:rPr lang="es-MX" dirty="0"/>
              <a:t>Que además tiene la ventaja de ser determinista.</a:t>
            </a:r>
          </a:p>
          <a:p>
            <a:r>
              <a:rPr lang="es-MX" dirty="0"/>
              <a:t>También es cierto</a:t>
            </a:r>
            <a:r>
              <a:rPr lang="es-MX" dirty="0" smtClean="0"/>
              <a:t>, </a:t>
            </a:r>
            <a:r>
              <a:rPr lang="es-MX" dirty="0"/>
              <a:t>que dado un autómata de pila siempre existe una gramática independiente del contexto equivalente, lo que permite concluir que las gramáticas independientes del contexto y los autómatas de pila son equivalentes en cuanto a los lenguajes abarcados.</a:t>
            </a:r>
          </a:p>
          <a:p>
            <a:pPr marL="0" indent="0">
              <a:buNone/>
            </a:pPr>
            <a:endParaRPr lang="es-MX" dirty="0"/>
          </a:p>
        </p:txBody>
      </p:sp>
      <p:pic>
        <p:nvPicPr>
          <p:cNvPr id="4" name="Imagen 3"/>
          <p:cNvPicPr/>
          <p:nvPr/>
        </p:nvPicPr>
        <p:blipFill>
          <a:blip r:embed="rId2" cstate="print"/>
          <a:srcRect l="32756" t="38973" r="35320" b="47099"/>
          <a:stretch>
            <a:fillRect/>
          </a:stretch>
        </p:blipFill>
        <p:spPr bwMode="auto">
          <a:xfrm>
            <a:off x="3059832" y="5157192"/>
            <a:ext cx="4593932" cy="1553448"/>
          </a:xfrm>
          <a:prstGeom prst="rect">
            <a:avLst/>
          </a:prstGeom>
          <a:noFill/>
          <a:ln w="9525">
            <a:noFill/>
            <a:miter lim="800000"/>
            <a:headEnd/>
            <a:tailEnd/>
          </a:ln>
        </p:spPr>
      </p:pic>
    </p:spTree>
    <p:extLst>
      <p:ext uri="{BB962C8B-B14F-4D97-AF65-F5344CB8AC3E}">
        <p14:creationId xmlns:p14="http://schemas.microsoft.com/office/powerpoint/2010/main" val="218755937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Rectángulo"/>
          <p:cNvSpPr/>
          <p:nvPr/>
        </p:nvSpPr>
        <p:spPr>
          <a:xfrm>
            <a:off x="2640760" y="649725"/>
            <a:ext cx="4005449" cy="769441"/>
          </a:xfrm>
          <a:prstGeom prst="rect">
            <a:avLst/>
          </a:prstGeom>
          <a:noFill/>
        </p:spPr>
        <p:txBody>
          <a:bodyPr wrap="square" lIns="91440" tIns="45720" rIns="91440" bIns="45720">
            <a:spAutoFit/>
          </a:bodyPr>
          <a:lstStyle/>
          <a:p>
            <a:pPr algn="ctr"/>
            <a:r>
              <a:rPr lang="es-ES" sz="4400" dirty="0" smtClean="0">
                <a:ln w="18415" cmpd="sng">
                  <a:solidFill>
                    <a:srgbClr val="00B0F0"/>
                  </a:solidFill>
                  <a:prstDash val="solid"/>
                </a:ln>
                <a:solidFill>
                  <a:srgbClr val="FFFFFF"/>
                </a:solidFill>
                <a:effectLst>
                  <a:outerShdw blurRad="63500" dir="3600000" algn="tl" rotWithShape="0">
                    <a:srgbClr val="000000">
                      <a:alpha val="70000"/>
                    </a:srgbClr>
                  </a:outerShdw>
                </a:effectLst>
              </a:rPr>
              <a:t>Conclusión</a:t>
            </a:r>
            <a:endParaRPr lang="es-ES" sz="4400" dirty="0">
              <a:ln w="18415" cmpd="sng">
                <a:solidFill>
                  <a:srgbClr val="00B0F0"/>
                </a:solidFill>
                <a:prstDash val="solid"/>
              </a:ln>
              <a:solidFill>
                <a:srgbClr val="FFFFFF"/>
              </a:solidFill>
              <a:effectLst>
                <a:outerShdw blurRad="63500" dir="3600000" algn="tl" rotWithShape="0">
                  <a:srgbClr val="000000">
                    <a:alpha val="70000"/>
                  </a:srgbClr>
                </a:outerShdw>
              </a:effectLst>
            </a:endParaRPr>
          </a:p>
        </p:txBody>
      </p:sp>
      <p:graphicFrame>
        <p:nvGraphicFramePr>
          <p:cNvPr id="9" name="8 Diagrama"/>
          <p:cNvGraphicFramePr/>
          <p:nvPr/>
        </p:nvGraphicFramePr>
        <p:xfrm>
          <a:off x="611560" y="1700808"/>
          <a:ext cx="7488832" cy="3703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
          <p:cNvSpPr>
            <a:spLocks noChangeArrowheads="1"/>
          </p:cNvSpPr>
          <p:nvPr/>
        </p:nvSpPr>
        <p:spPr bwMode="auto">
          <a:xfrm>
            <a:off x="827584" y="1463007"/>
            <a:ext cx="6912768" cy="44627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lang="es-MX" sz="1600" dirty="0"/>
          </a:p>
          <a:p>
            <a:pPr marL="0" marR="0" lvl="0" indent="0" algn="just" defTabSz="914400" rtl="0" eaLnBrk="0" fontAlgn="base" latinLnBrk="0" hangingPunct="0">
              <a:lnSpc>
                <a:spcPct val="100000"/>
              </a:lnSpc>
              <a:spcBef>
                <a:spcPct val="0"/>
              </a:spcBef>
              <a:spcAft>
                <a:spcPct val="0"/>
              </a:spcAft>
              <a:buClrTx/>
              <a:buSzTx/>
              <a:buFontTx/>
              <a:buNone/>
              <a:tabLst/>
            </a:pPr>
            <a:r>
              <a:rPr lang="es-MX" sz="1600" dirty="0" err="1"/>
              <a:t>Alfonseca</a:t>
            </a:r>
            <a:r>
              <a:rPr lang="es-MX" sz="1600" dirty="0"/>
              <a:t> M Sancho J y Martínez </a:t>
            </a:r>
            <a:r>
              <a:rPr lang="es-MX" sz="1600" dirty="0" err="1"/>
              <a:t>Orga</a:t>
            </a:r>
            <a:r>
              <a:rPr lang="es-MX" sz="1600" dirty="0"/>
              <a:t> M (1987). Teoría de lenguajes, gramáticas y autómatas. Ediciones Universidad y Cultura</a:t>
            </a:r>
            <a:r>
              <a:rPr lang="es-MX" sz="1600" dirty="0" smtClean="0"/>
              <a:t>.</a:t>
            </a:r>
          </a:p>
          <a:p>
            <a:pPr marL="0" marR="0" lvl="0" indent="0" algn="just" defTabSz="914400" rtl="0" eaLnBrk="0" fontAlgn="base" latinLnBrk="0" hangingPunct="0">
              <a:lnSpc>
                <a:spcPct val="100000"/>
              </a:lnSpc>
              <a:spcBef>
                <a:spcPct val="0"/>
              </a:spcBef>
              <a:spcAft>
                <a:spcPct val="0"/>
              </a:spcAft>
              <a:buClrTx/>
              <a:buSzTx/>
              <a:buFontTx/>
              <a:buNone/>
              <a:tabLst/>
            </a:pPr>
            <a:endParaRPr lang="es-MX" sz="1600" dirty="0"/>
          </a:p>
          <a:p>
            <a:pPr marL="0" marR="0" lvl="0" indent="0" algn="just" defTabSz="914400" rtl="0" eaLnBrk="0" fontAlgn="base" latinLnBrk="0" hangingPunct="0">
              <a:lnSpc>
                <a:spcPct val="100000"/>
              </a:lnSpc>
              <a:spcBef>
                <a:spcPct val="0"/>
              </a:spcBef>
              <a:spcAft>
                <a:spcPct val="0"/>
              </a:spcAft>
              <a:buClrTx/>
              <a:buSzTx/>
              <a:buFontTx/>
              <a:buNone/>
              <a:tabLst/>
            </a:pPr>
            <a:r>
              <a:rPr lang="es-MX" sz="1600" dirty="0" err="1"/>
              <a:t>Dean</a:t>
            </a:r>
            <a:r>
              <a:rPr lang="es-MX" sz="1600" dirty="0"/>
              <a:t> Kelly y Juan </a:t>
            </a:r>
            <a:r>
              <a:rPr lang="es-MX" sz="1600" dirty="0" err="1"/>
              <a:t>Stumpf</a:t>
            </a:r>
            <a:r>
              <a:rPr lang="es-MX" sz="1600" dirty="0"/>
              <a:t>, Teoría de autómatas y lenguajes formales. (1995 ) </a:t>
            </a:r>
            <a:r>
              <a:rPr lang="es-MX" sz="1600" dirty="0" err="1"/>
              <a:t>Pretice</a:t>
            </a:r>
            <a:r>
              <a:rPr lang="es-MX" sz="1600" dirty="0"/>
              <a:t> Hall, </a:t>
            </a:r>
            <a:r>
              <a:rPr lang="es-MX" sz="1600" dirty="0" smtClean="0"/>
              <a:t>España</a:t>
            </a:r>
          </a:p>
          <a:p>
            <a:pPr marL="0" marR="0" lvl="0" indent="0" algn="just" defTabSz="914400" rtl="0" eaLnBrk="0" fontAlgn="base" latinLnBrk="0" hangingPunct="0">
              <a:lnSpc>
                <a:spcPct val="100000"/>
              </a:lnSpc>
              <a:spcBef>
                <a:spcPct val="0"/>
              </a:spcBef>
              <a:spcAft>
                <a:spcPct val="0"/>
              </a:spcAft>
              <a:buClrTx/>
              <a:buSzTx/>
              <a:buFontTx/>
              <a:buNone/>
              <a:tabLst/>
            </a:pPr>
            <a:endParaRPr lang="es-MX" sz="1600" dirty="0"/>
          </a:p>
          <a:p>
            <a:pPr marL="0" marR="0" lvl="0" indent="0" algn="just" defTabSz="914400" rtl="0" eaLnBrk="0" fontAlgn="base" latinLnBrk="0" hangingPunct="0">
              <a:lnSpc>
                <a:spcPct val="100000"/>
              </a:lnSpc>
              <a:spcBef>
                <a:spcPct val="0"/>
              </a:spcBef>
              <a:spcAft>
                <a:spcPct val="0"/>
              </a:spcAft>
              <a:buClrTx/>
              <a:buSzTx/>
              <a:buFontTx/>
              <a:buNone/>
              <a:tabLst/>
            </a:pPr>
            <a:r>
              <a:rPr lang="es-MX" sz="1600" dirty="0"/>
              <a:t>Introducción a la teoría de autómatas, lenguajes y computación </a:t>
            </a:r>
            <a:r>
              <a:rPr lang="es-MX" sz="1600" dirty="0" err="1"/>
              <a:t>Hopcroft</a:t>
            </a:r>
            <a:r>
              <a:rPr lang="es-MX" sz="1600" dirty="0"/>
              <a:t>, J. E.; </a:t>
            </a:r>
            <a:r>
              <a:rPr lang="es-MX" sz="1600" dirty="0" err="1"/>
              <a:t>Motwani</a:t>
            </a:r>
            <a:r>
              <a:rPr lang="es-MX" sz="1600" dirty="0"/>
              <a:t>, R.; </a:t>
            </a:r>
            <a:r>
              <a:rPr lang="es-MX" sz="1600" dirty="0" err="1"/>
              <a:t>Ullman</a:t>
            </a:r>
            <a:r>
              <a:rPr lang="es-MX" sz="1600" dirty="0"/>
              <a:t>, J. D. </a:t>
            </a:r>
            <a:r>
              <a:rPr lang="es-MX" sz="1600" dirty="0" err="1"/>
              <a:t>Pearson</a:t>
            </a:r>
            <a:r>
              <a:rPr lang="es-MX" sz="1600" dirty="0" smtClean="0"/>
              <a:t>.</a:t>
            </a:r>
          </a:p>
          <a:p>
            <a:pPr marL="0" marR="0" lvl="0" indent="0" algn="just" defTabSz="914400" rtl="0" eaLnBrk="0" fontAlgn="base" latinLnBrk="0" hangingPunct="0">
              <a:lnSpc>
                <a:spcPct val="100000"/>
              </a:lnSpc>
              <a:spcBef>
                <a:spcPct val="0"/>
              </a:spcBef>
              <a:spcAft>
                <a:spcPct val="0"/>
              </a:spcAft>
              <a:buClrTx/>
              <a:buSzTx/>
              <a:buFontTx/>
              <a:buNone/>
              <a:tabLst/>
            </a:pPr>
            <a:endParaRPr lang="es-MX" sz="1600" dirty="0"/>
          </a:p>
          <a:p>
            <a:pPr marL="0" marR="0" lvl="0" indent="0" algn="just" defTabSz="914400" rtl="0" eaLnBrk="0" fontAlgn="base" latinLnBrk="0" hangingPunct="0">
              <a:lnSpc>
                <a:spcPct val="100000"/>
              </a:lnSpc>
              <a:spcBef>
                <a:spcPct val="0"/>
              </a:spcBef>
              <a:spcAft>
                <a:spcPct val="0"/>
              </a:spcAft>
              <a:buClrTx/>
              <a:buSzTx/>
              <a:buFontTx/>
              <a:buNone/>
              <a:tabLst/>
            </a:pPr>
            <a:r>
              <a:rPr lang="es-MX" sz="1600" dirty="0" err="1"/>
              <a:t>Teoria</a:t>
            </a:r>
            <a:r>
              <a:rPr lang="es-MX" sz="1600" dirty="0"/>
              <a:t> de </a:t>
            </a:r>
            <a:r>
              <a:rPr lang="es-MX" sz="1600" dirty="0" err="1"/>
              <a:t>Automatas</a:t>
            </a:r>
            <a:r>
              <a:rPr lang="es-MX" sz="1600" dirty="0"/>
              <a:t> y Lenguajes Formales, Elena Jurado </a:t>
            </a:r>
            <a:r>
              <a:rPr lang="es-MX" sz="1600" dirty="0" smtClean="0"/>
              <a:t>Málaga</a:t>
            </a:r>
          </a:p>
          <a:p>
            <a:pPr marL="0" marR="0" lvl="0" indent="0" algn="just" defTabSz="914400" rtl="0" eaLnBrk="0" fontAlgn="base" latinLnBrk="0" hangingPunct="0">
              <a:lnSpc>
                <a:spcPct val="100000"/>
              </a:lnSpc>
              <a:spcBef>
                <a:spcPct val="0"/>
              </a:spcBef>
              <a:spcAft>
                <a:spcPct val="0"/>
              </a:spcAft>
              <a:buClrTx/>
              <a:buSzTx/>
              <a:buFontTx/>
              <a:buNone/>
              <a:tabLst/>
            </a:pPr>
            <a:endParaRPr lang="es-MX" sz="1600" dirty="0"/>
          </a:p>
          <a:p>
            <a:pPr marL="0" marR="0" lvl="0" indent="0" algn="just" defTabSz="914400" rtl="0" eaLnBrk="0" fontAlgn="base" latinLnBrk="0" hangingPunct="0">
              <a:lnSpc>
                <a:spcPct val="100000"/>
              </a:lnSpc>
              <a:spcBef>
                <a:spcPct val="0"/>
              </a:spcBef>
              <a:spcAft>
                <a:spcPct val="0"/>
              </a:spcAft>
              <a:buClrTx/>
              <a:buSzTx/>
              <a:buFontTx/>
              <a:buNone/>
              <a:tabLst/>
            </a:pPr>
            <a:r>
              <a:rPr lang="es-MX" sz="1600" dirty="0">
                <a:hlinkClick r:id="rId2"/>
              </a:rPr>
              <a:t>http://</a:t>
            </a:r>
            <a:r>
              <a:rPr lang="es-MX" sz="1600" dirty="0" smtClean="0">
                <a:hlinkClick r:id="rId2"/>
              </a:rPr>
              <a:t>www.virtual.unal.edu.co/cursos/ciencias/2001018/lecciones/Cap4s3.pdf</a:t>
            </a:r>
            <a:endParaRPr lang="es-MX" sz="1600" dirty="0" smtClean="0"/>
          </a:p>
          <a:p>
            <a:pPr marL="0" marR="0" lvl="0" indent="0" algn="just" defTabSz="914400" rtl="0" eaLnBrk="0" fontAlgn="base" latinLnBrk="0" hangingPunct="0">
              <a:lnSpc>
                <a:spcPct val="100000"/>
              </a:lnSpc>
              <a:spcBef>
                <a:spcPct val="0"/>
              </a:spcBef>
              <a:spcAft>
                <a:spcPct val="0"/>
              </a:spcAft>
              <a:buClrTx/>
              <a:buSzTx/>
              <a:buFontTx/>
              <a:buNone/>
              <a:tabLst/>
            </a:pPr>
            <a:endParaRPr lang="es-MX" sz="1600" dirty="0"/>
          </a:p>
          <a:p>
            <a:pPr marL="0" marR="0" lvl="0" indent="0" algn="just" defTabSz="914400" rtl="0" eaLnBrk="0" fontAlgn="base" latinLnBrk="0" hangingPunct="0">
              <a:lnSpc>
                <a:spcPct val="100000"/>
              </a:lnSpc>
              <a:spcBef>
                <a:spcPct val="0"/>
              </a:spcBef>
              <a:spcAft>
                <a:spcPct val="0"/>
              </a:spcAft>
              <a:buClrTx/>
              <a:buSzTx/>
              <a:buFontTx/>
              <a:buNone/>
              <a:tabLst/>
            </a:pPr>
            <a:r>
              <a:rPr lang="es-MX" sz="1600" dirty="0">
                <a:hlinkClick r:id="rId3"/>
              </a:rPr>
              <a:t>http://</a:t>
            </a:r>
            <a:r>
              <a:rPr lang="es-MX" sz="1600" dirty="0" smtClean="0">
                <a:hlinkClick r:id="rId3"/>
              </a:rPr>
              <a:t>www.exa.unicen.edu.ar/catedras/ccomp1/Apunte5.pdf</a:t>
            </a:r>
            <a:endParaRPr lang="es-MX" sz="1600" dirty="0" smtClean="0"/>
          </a:p>
          <a:p>
            <a:pPr marL="0" marR="0" lvl="0" indent="0" algn="just" defTabSz="914400" rtl="0" eaLnBrk="0" fontAlgn="base" latinLnBrk="0" hangingPunct="0">
              <a:lnSpc>
                <a:spcPct val="100000"/>
              </a:lnSpc>
              <a:spcBef>
                <a:spcPct val="0"/>
              </a:spcBef>
              <a:spcAft>
                <a:spcPct val="0"/>
              </a:spcAft>
              <a:buClrTx/>
              <a:buSzTx/>
              <a:buFontTx/>
              <a:buNone/>
              <a:tabLst/>
            </a:pPr>
            <a:endParaRPr lang="es-MX" dirty="0"/>
          </a:p>
        </p:txBody>
      </p:sp>
      <p:sp>
        <p:nvSpPr>
          <p:cNvPr id="8" name="7 Rectángulo"/>
          <p:cNvSpPr/>
          <p:nvPr/>
        </p:nvSpPr>
        <p:spPr>
          <a:xfrm>
            <a:off x="2640760" y="649725"/>
            <a:ext cx="4005449" cy="769441"/>
          </a:xfrm>
          <a:prstGeom prst="rect">
            <a:avLst/>
          </a:prstGeom>
          <a:noFill/>
        </p:spPr>
        <p:txBody>
          <a:bodyPr wrap="square" lIns="91440" tIns="45720" rIns="91440" bIns="45720">
            <a:spAutoFit/>
          </a:bodyPr>
          <a:lstStyle/>
          <a:p>
            <a:pPr algn="ctr"/>
            <a:r>
              <a:rPr lang="es-ES" sz="4400" dirty="0" smtClean="0">
                <a:ln w="18415" cmpd="sng">
                  <a:solidFill>
                    <a:srgbClr val="00B0F0"/>
                  </a:solidFill>
                  <a:prstDash val="solid"/>
                </a:ln>
                <a:solidFill>
                  <a:srgbClr val="FFFFFF"/>
                </a:solidFill>
                <a:effectLst>
                  <a:outerShdw blurRad="63500" dir="3600000" algn="tl" rotWithShape="0">
                    <a:srgbClr val="000000">
                      <a:alpha val="70000"/>
                    </a:srgbClr>
                  </a:outerShdw>
                </a:effectLst>
              </a:rPr>
              <a:t>Bibliografía</a:t>
            </a:r>
            <a:endParaRPr lang="es-ES" sz="4400" dirty="0">
              <a:ln w="18415" cmpd="sng">
                <a:solidFill>
                  <a:srgbClr val="00B0F0"/>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irador">
  <a:themeElements>
    <a:clrScheme name="Mirador">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Mirador">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Override1.xml><?xml version="1.0" encoding="utf-8"?>
<a:themeOverride xmlns:a="http://schemas.openxmlformats.org/drawingml/2006/main">
  <a:clrScheme name="Mirador">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ppt/theme/themeOverride2.xml><?xml version="1.0" encoding="utf-8"?>
<a:themeOverride xmlns:a="http://schemas.openxmlformats.org/drawingml/2006/main">
  <a:clrScheme name="Mirador">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docProps/app.xml><?xml version="1.0" encoding="utf-8"?>
<Properties xmlns="http://schemas.openxmlformats.org/officeDocument/2006/extended-properties" xmlns:vt="http://schemas.openxmlformats.org/officeDocument/2006/docPropsVTypes">
  <Template/>
  <TotalTime>287</TotalTime>
  <Words>3026</Words>
  <Application>Microsoft Office PowerPoint</Application>
  <PresentationFormat>Presentación en pantalla (4:3)</PresentationFormat>
  <Paragraphs>281</Paragraphs>
  <Slides>63</Slides>
  <Notes>0</Notes>
  <HiddenSlides>0</HiddenSlides>
  <MMClips>0</MMClips>
  <ScaleCrop>false</ScaleCrop>
  <HeadingPairs>
    <vt:vector size="4" baseType="variant">
      <vt:variant>
        <vt:lpstr>Tema</vt:lpstr>
      </vt:variant>
      <vt:variant>
        <vt:i4>1</vt:i4>
      </vt:variant>
      <vt:variant>
        <vt:lpstr>Títulos de diapositiva</vt:lpstr>
      </vt:variant>
      <vt:variant>
        <vt:i4>63</vt:i4>
      </vt:variant>
    </vt:vector>
  </HeadingPairs>
  <TitlesOfParts>
    <vt:vector size="64" baseType="lpstr">
      <vt:lpstr>Mirador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Gramáticas Fijas</vt:lpstr>
      <vt:lpstr>Gramática Aumentada</vt:lpstr>
      <vt:lpstr>Ejemplo de Gramática Aumentada</vt:lpstr>
      <vt:lpstr>Gramática con Atributos</vt:lpstr>
      <vt:lpstr>Gramática con Atributos</vt:lpstr>
      <vt:lpstr>Gramáticas con Atributo</vt:lpstr>
      <vt:lpstr>Gramáticas con Atributo, ejemplo.</vt:lpstr>
      <vt:lpstr>Gramática de Operadores</vt:lpstr>
      <vt:lpstr>Procedencia de Operadores</vt:lpstr>
      <vt:lpstr>Procedencia de Operadores</vt:lpstr>
      <vt:lpstr>Procedencia de Operadores</vt:lpstr>
      <vt:lpstr>Procedencia de Operadores</vt:lpstr>
      <vt:lpstr>Procedencia Disjunta</vt:lpstr>
      <vt:lpstr>Algoritmo</vt:lpstr>
      <vt:lpstr>Procedencia de Operadores</vt:lpstr>
      <vt:lpstr>Análisis</vt:lpstr>
      <vt:lpstr>Análisis</vt:lpstr>
      <vt:lpstr>Autómata de Pila</vt:lpstr>
      <vt:lpstr>Autómata de Pila</vt:lpstr>
      <vt:lpstr>Transiciones Especiales</vt:lpstr>
      <vt:lpstr>Representación</vt:lpstr>
      <vt:lpstr>Ejemplo</vt:lpstr>
      <vt:lpstr>Autómatas de Pila</vt:lpstr>
      <vt:lpstr>Autómata de Pila Determinista</vt:lpstr>
      <vt:lpstr>AP que aceptan palabras con pila vacía</vt:lpstr>
      <vt:lpstr>Ejemplo</vt:lpstr>
      <vt:lpstr>Autómatas de Pila, y Gramáticas ind. Del contexto</vt:lpstr>
      <vt:lpstr>Autómata de Pila Equivalente a una Gramática tipo 2</vt:lpstr>
      <vt:lpstr>Presentación de PowerPoint</vt:lpstr>
      <vt:lpstr>Presentación de PowerPoint</vt:lpstr>
      <vt:lpstr>Presentación de PowerPoint</vt:lpstr>
      <vt:lpstr>Presentación de PowerPoint</vt:lpstr>
      <vt:lpstr>Presentación de PowerPoint</vt:lpstr>
    </vt:vector>
  </TitlesOfParts>
  <Company>DIPESA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Gerencia de TI</dc:creator>
  <cp:lastModifiedBy>SARIS</cp:lastModifiedBy>
  <cp:revision>48</cp:revision>
  <dcterms:created xsi:type="dcterms:W3CDTF">2014-05-27T21:03:48Z</dcterms:created>
  <dcterms:modified xsi:type="dcterms:W3CDTF">2014-06-04T00:17:56Z</dcterms:modified>
</cp:coreProperties>
</file>