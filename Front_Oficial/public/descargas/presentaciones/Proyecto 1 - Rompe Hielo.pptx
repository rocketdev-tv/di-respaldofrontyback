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81" r:id="rId3"/>
    <p:sldId id="282" r:id="rId4"/>
    <p:sldId id="283" r:id="rId5"/>
    <p:sldId id="257" r:id="rId6"/>
    <p:sldId id="258" r:id="rId7"/>
    <p:sldId id="278" r:id="rId8"/>
    <p:sldId id="279" r:id="rId9"/>
    <p:sldId id="265" r:id="rId10"/>
    <p:sldId id="285" r:id="rId11"/>
    <p:sldId id="286" r:id="rId12"/>
    <p:sldId id="287" r:id="rId13"/>
    <p:sldId id="284" r:id="rId14"/>
    <p:sldId id="288" r:id="rId15"/>
    <p:sldId id="289" r:id="rId16"/>
    <p:sldId id="290" r:id="rId17"/>
    <p:sldId id="276" r:id="rId18"/>
    <p:sldId id="275" r:id="rId19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1056" y="4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MX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MX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F4D956D-8D14-45B5-9660-DF2127A70D03}" type="datetimeFigureOut">
              <a:rPr lang="es-MX" smtClean="0"/>
              <a:pPr/>
              <a:t>07/08/2016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06C79D2-781C-46C3-AC52-0B1DFCC256B9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oastmasters.org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123728" y="1556792"/>
            <a:ext cx="6172200" cy="4536504"/>
          </a:xfrm>
        </p:spPr>
        <p:txBody>
          <a:bodyPr>
            <a:noAutofit/>
          </a:bodyPr>
          <a:lstStyle/>
          <a:p>
            <a:pPr algn="ctr"/>
            <a:r>
              <a:rPr lang="es-MX" sz="2800" dirty="0" smtClean="0">
                <a:latin typeface="Century Gothic" panose="020B0502020202020204" pitchFamily="34" charset="0"/>
              </a:rPr>
              <a:t>Primera sesión</a:t>
            </a:r>
            <a:br>
              <a:rPr lang="es-MX" sz="2800" dirty="0" smtClean="0">
                <a:latin typeface="Century Gothic" panose="020B0502020202020204" pitchFamily="34" charset="0"/>
              </a:rPr>
            </a:br>
            <a:r>
              <a:rPr lang="es-MX" sz="2800" dirty="0" smtClean="0">
                <a:latin typeface="Century Gothic" panose="020B0502020202020204" pitchFamily="34" charset="0"/>
              </a:rPr>
              <a:t>PROYECTO # 1</a:t>
            </a:r>
            <a:br>
              <a:rPr lang="es-MX" sz="2800" dirty="0" smtClean="0">
                <a:latin typeface="Century Gothic" panose="020B0502020202020204" pitchFamily="34" charset="0"/>
              </a:rPr>
            </a:br>
            <a:r>
              <a:rPr lang="es-MX" sz="2800" dirty="0" smtClean="0">
                <a:latin typeface="Century Gothic" panose="020B0502020202020204" pitchFamily="34" charset="0"/>
              </a:rPr>
              <a:t>“Rompe Hielo”</a:t>
            </a:r>
            <a:r>
              <a:rPr lang="es-MX" sz="2800" dirty="0">
                <a:latin typeface="Century Gothic" panose="020B0502020202020204" pitchFamily="34" charset="0"/>
              </a:rPr>
              <a:t/>
            </a:r>
            <a:br>
              <a:rPr lang="es-MX" sz="2800" dirty="0">
                <a:latin typeface="Century Gothic" panose="020B0502020202020204" pitchFamily="34" charset="0"/>
              </a:rPr>
            </a:br>
            <a:r>
              <a:rPr lang="es-MX" sz="2400" dirty="0">
                <a:latin typeface="Century Gothic" panose="020B0502020202020204" pitchFamily="34" charset="0"/>
              </a:rPr>
              <a:t/>
            </a:r>
            <a:br>
              <a:rPr lang="es-MX" sz="2400" dirty="0">
                <a:latin typeface="Century Gothic" panose="020B0502020202020204" pitchFamily="34" charset="0"/>
              </a:rPr>
            </a:br>
            <a:r>
              <a:rPr lang="es-MX" sz="2400" dirty="0" smtClean="0">
                <a:latin typeface="Century Gothic" panose="020B0502020202020204" pitchFamily="34" charset="0"/>
              </a:rPr>
              <a:t>teoría de Lenguajes Y Compiladores</a:t>
            </a:r>
            <a:br>
              <a:rPr lang="es-MX" sz="2400" dirty="0" smtClean="0">
                <a:latin typeface="Century Gothic" panose="020B0502020202020204" pitchFamily="34" charset="0"/>
              </a:rPr>
            </a:br>
            <a:r>
              <a:rPr lang="es-MX" sz="2400" dirty="0" smtClean="0">
                <a:latin typeface="Century Gothic" panose="020B0502020202020204" pitchFamily="34" charset="0"/>
              </a:rPr>
              <a:t>2CM41 y 3CM42</a:t>
            </a:r>
            <a:endParaRPr lang="es-MX" sz="2400" dirty="0">
              <a:latin typeface="Century Gothic" panose="020B0502020202020204" pitchFamily="34" charset="0"/>
            </a:endParaRPr>
          </a:p>
        </p:txBody>
      </p:sp>
      <p:pic>
        <p:nvPicPr>
          <p:cNvPr id="3" name="2 Imagen" descr="upiicsa.gif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63689" y="0"/>
            <a:ext cx="1091246" cy="1340768"/>
          </a:xfrm>
          <a:prstGeom prst="rect">
            <a:avLst/>
          </a:prstGeom>
        </p:spPr>
      </p:pic>
      <p:pic>
        <p:nvPicPr>
          <p:cNvPr id="4" name="3 Imagen" descr="ipn.jpg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15055" y="1"/>
            <a:ext cx="850598" cy="1412775"/>
          </a:xfrm>
          <a:prstGeom prst="rect">
            <a:avLst/>
          </a:prstGeom>
        </p:spPr>
      </p:pic>
      <p:sp>
        <p:nvSpPr>
          <p:cNvPr id="5" name="4 CuadroTexto"/>
          <p:cNvSpPr txBox="1"/>
          <p:nvPr/>
        </p:nvSpPr>
        <p:spPr>
          <a:xfrm>
            <a:off x="3059832" y="260648"/>
            <a:ext cx="4464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solidFill>
                  <a:schemeClr val="accent3">
                    <a:lumMod val="50000"/>
                  </a:schemeClr>
                </a:solidFill>
              </a:rPr>
              <a:t>Unidad Profesional Interdisciplinaria de Ingeniería y Ciencias Sociales y Administrativas</a:t>
            </a:r>
          </a:p>
          <a:p>
            <a:pPr algn="ctr"/>
            <a:r>
              <a:rPr lang="es-MX" dirty="0" smtClean="0">
                <a:solidFill>
                  <a:schemeClr val="accent3">
                    <a:lumMod val="50000"/>
                  </a:schemeClr>
                </a:solidFill>
              </a:rPr>
              <a:t>Instituto Politécnico Nacional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2640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Importancia</a:t>
            </a:r>
            <a:endParaRPr lang="es-MX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86" y="1556792"/>
            <a:ext cx="7822288" cy="329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Importancia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 algn="just"/>
            <a:r>
              <a:rPr lang="es-MX" dirty="0"/>
              <a:t>Cualquier persona necesita comunicarse con sus semejantes, el uso adecuado de las palabras, principalmente al hablar; con correcta entonación, dicción y el uso impecable de las palabras nos genera muchas ventajas como: inspirar confianza, transmitir ideas de forma asertiva, convencer, conseguir un buen empleo. </a:t>
            </a:r>
            <a:endParaRPr lang="es-MX" dirty="0" smtClean="0"/>
          </a:p>
          <a:p>
            <a:pPr algn="just"/>
            <a:r>
              <a:rPr lang="es-MX" dirty="0" smtClean="0"/>
              <a:t>También </a:t>
            </a:r>
            <a:r>
              <a:rPr lang="es-MX" dirty="0"/>
              <a:t>ayuda a evitar </a:t>
            </a:r>
            <a:r>
              <a:rPr lang="es-MX" dirty="0" smtClean="0"/>
              <a:t>conflictos y, </a:t>
            </a:r>
            <a:r>
              <a:rPr lang="es-MX" dirty="0"/>
              <a:t>puede ser un medio para ganarse la vida como los políticos, locutores, profesores, vendedores, etc. A todos nos conviene ser buenos comunicadores</a:t>
            </a:r>
            <a:r>
              <a:rPr lang="es-MX" dirty="0" smtClean="0"/>
              <a:t>.</a:t>
            </a:r>
            <a:endParaRPr lang="es-MX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5445224"/>
            <a:ext cx="22098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55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Importancia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s-MX" dirty="0"/>
              <a:t>Para aprender a nadar no hay alternativa, sólo tirarnos al agua y practicar; para caminar se aprende caminando y también para hablar en público necesitamos </a:t>
            </a:r>
            <a:r>
              <a:rPr lang="es-MX" dirty="0" smtClean="0"/>
              <a:t>ejercitar.</a:t>
            </a:r>
          </a:p>
          <a:p>
            <a:pPr algn="just"/>
            <a:r>
              <a:rPr lang="es-MX" dirty="0" smtClean="0"/>
              <a:t>Con </a:t>
            </a:r>
            <a:r>
              <a:rPr lang="es-MX" dirty="0"/>
              <a:t>un programa académico pertinente, de </a:t>
            </a:r>
            <a:r>
              <a:rPr lang="es-MX" dirty="0" smtClean="0"/>
              <a:t>calidad. La </a:t>
            </a:r>
            <a:r>
              <a:rPr lang="es-MX" dirty="0"/>
              <a:t>constancia; conjuntamente con el deseo y la práctica; las evaluaciones respetuosas y el conocimiento de nuestras áreas de oportunidad nos permitirán de forma consiente lograr que todos seamos comunicadores competentes.</a:t>
            </a:r>
          </a:p>
          <a:p>
            <a:pPr algn="just"/>
            <a:endParaRPr lang="es-MX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5373216"/>
            <a:ext cx="2847975" cy="124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30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Objetivo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Comenzar a hablar ante un público</a:t>
            </a:r>
            <a:r>
              <a:rPr lang="es-MX" dirty="0" smtClean="0"/>
              <a:t>.</a:t>
            </a:r>
          </a:p>
          <a:p>
            <a:pPr marL="0" indent="0">
              <a:buNone/>
            </a:pPr>
            <a:endParaRPr lang="es-MX" dirty="0"/>
          </a:p>
          <a:p>
            <a:pPr algn="just"/>
            <a:r>
              <a:rPr lang="es-MX" dirty="0"/>
              <a:t>Descubrir las habilidades de oratoria que ya posee y las habilidades que necesita fortalecer sus áreas de oportunidad</a:t>
            </a:r>
            <a:r>
              <a:rPr lang="es-MX" dirty="0" smtClean="0"/>
              <a:t>.</a:t>
            </a:r>
            <a:endParaRPr lang="es-MX" dirty="0"/>
          </a:p>
          <a:p>
            <a:pPr marL="0" indent="0" algn="just">
              <a:buNone/>
            </a:pPr>
            <a:endParaRPr lang="es-MX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861048"/>
            <a:ext cx="6984776" cy="2569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33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Resumen Ejecutivo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 smtClean="0"/>
              <a:t>	Para </a:t>
            </a:r>
            <a:r>
              <a:rPr lang="es-MX" dirty="0"/>
              <a:t>su primer proyecto de oratoria, se presentará a los asistentes con información acerca de su vida, trayectoria académica, intereses, ambiciones, habilidades. </a:t>
            </a:r>
            <a:endParaRPr lang="es-MX" dirty="0" smtClean="0"/>
          </a:p>
          <a:p>
            <a:pPr marL="0" indent="0" algn="just">
              <a:buNone/>
            </a:pPr>
            <a:r>
              <a:rPr lang="es-MX" dirty="0" smtClean="0"/>
              <a:t>	Practique </a:t>
            </a:r>
            <a:r>
              <a:rPr lang="es-MX" dirty="0"/>
              <a:t>dando su </a:t>
            </a:r>
            <a:r>
              <a:rPr lang="es-MX" dirty="0" smtClean="0"/>
              <a:t>discurso frente a un espejo </a:t>
            </a:r>
            <a:r>
              <a:rPr lang="es-MX" dirty="0"/>
              <a:t>y</a:t>
            </a:r>
            <a:r>
              <a:rPr lang="es-MX" b="1" dirty="0"/>
              <a:t> escríbalo</a:t>
            </a:r>
            <a:r>
              <a:rPr lang="es-MX" dirty="0"/>
              <a:t> antes de presentarlo. Evite leerlo y </a:t>
            </a:r>
            <a:r>
              <a:rPr lang="es-MX" b="1" dirty="0"/>
              <a:t>explíquelo en 4 a 6 minutos.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691" y="4017372"/>
            <a:ext cx="218122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51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MX" dirty="0" smtClean="0"/>
          </a:p>
          <a:p>
            <a:endParaRPr lang="es-MX" dirty="0"/>
          </a:p>
          <a:p>
            <a:endParaRPr lang="es-MX" dirty="0" smtClean="0"/>
          </a:p>
          <a:p>
            <a:r>
              <a:rPr lang="es-MX" dirty="0" smtClean="0"/>
              <a:t>A </a:t>
            </a:r>
            <a:r>
              <a:rPr lang="es-MX" dirty="0"/>
              <a:t>continuación mostraremos </a:t>
            </a:r>
            <a:r>
              <a:rPr lang="es-MX" dirty="0" smtClean="0"/>
              <a:t>los elementos de un buen discurso.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5311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755576" y="4149080"/>
            <a:ext cx="7467600" cy="1143000"/>
          </a:xfrm>
        </p:spPr>
        <p:txBody>
          <a:bodyPr>
            <a:noAutofit/>
          </a:bodyPr>
          <a:lstStyle/>
          <a:p>
            <a:pPr algn="ctr"/>
            <a:r>
              <a:rPr lang="es-MX" sz="6000" dirty="0"/>
              <a:t>¿COMO </a:t>
            </a:r>
            <a:r>
              <a:rPr lang="es-MX" sz="6000" dirty="0" smtClean="0"/>
              <a:t>DESARROLLAR SU DISCURSO?</a:t>
            </a:r>
            <a:endParaRPr lang="es-MX" sz="6000" dirty="0"/>
          </a:p>
        </p:txBody>
      </p:sp>
    </p:spTree>
    <p:extLst>
      <p:ext uri="{BB962C8B-B14F-4D97-AF65-F5344CB8AC3E}">
        <p14:creationId xmlns:p14="http://schemas.microsoft.com/office/powerpoint/2010/main" val="339573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¿Cómo desarrollar su discurso?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/>
              <a:t>P</a:t>
            </a:r>
            <a:r>
              <a:rPr lang="es-MX" dirty="0" smtClean="0"/>
              <a:t>rimero </a:t>
            </a:r>
            <a:r>
              <a:rPr lang="es-MX" dirty="0"/>
              <a:t>por escrito –el escrito </a:t>
            </a:r>
            <a:r>
              <a:rPr lang="es-MX" b="1" dirty="0"/>
              <a:t>no</a:t>
            </a:r>
            <a:r>
              <a:rPr lang="es-MX" dirty="0"/>
              <a:t> se </a:t>
            </a:r>
            <a:r>
              <a:rPr lang="es-MX" dirty="0" smtClean="0"/>
              <a:t>entrega al profesor- </a:t>
            </a:r>
            <a:r>
              <a:rPr lang="es-MX" dirty="0"/>
              <a:t>solo se explica al </a:t>
            </a:r>
            <a:r>
              <a:rPr lang="es-MX" dirty="0" smtClean="0"/>
              <a:t>público. EVITAR LEERLO. Se presentará de </a:t>
            </a:r>
            <a:r>
              <a:rPr lang="es-MX" dirty="0"/>
              <a:t>forma opcional como evaluación </a:t>
            </a:r>
            <a:r>
              <a:rPr lang="es-MX" dirty="0" smtClean="0"/>
              <a:t>continua, </a:t>
            </a:r>
            <a:r>
              <a:rPr lang="es-MX" dirty="0"/>
              <a:t>con la siguiente estructura</a:t>
            </a:r>
            <a:r>
              <a:rPr lang="es-MX" dirty="0" smtClean="0"/>
              <a:t>. </a:t>
            </a:r>
          </a:p>
          <a:p>
            <a:pPr algn="just"/>
            <a:r>
              <a:rPr lang="es-MX" dirty="0" smtClean="0"/>
              <a:t>Introducción, Desarrollo y Conclusiones.</a:t>
            </a:r>
          </a:p>
          <a:p>
            <a:pPr algn="just"/>
            <a:r>
              <a:rPr lang="es-MX" dirty="0" smtClean="0"/>
              <a:t>LO MÁS IMPORTANTE: Practícalo.</a:t>
            </a:r>
            <a:endParaRPr lang="es-MX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77072"/>
            <a:ext cx="2647181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211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¿Cómo desarrollar su discurso?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b="1" dirty="0" smtClean="0"/>
              <a:t>Introducción</a:t>
            </a:r>
            <a:r>
              <a:rPr lang="es-MX" b="1" dirty="0"/>
              <a:t>.-</a:t>
            </a:r>
            <a:r>
              <a:rPr lang="es-MX" dirty="0"/>
              <a:t> Debe captar inmediatamente la atención del público y decirle al público algo de lo siguiente:</a:t>
            </a:r>
          </a:p>
          <a:p>
            <a:pPr lvl="0" algn="just"/>
            <a:r>
              <a:rPr lang="es-MX" dirty="0"/>
              <a:t>Una pregunta sorprendente o un enunciado desafiante.</a:t>
            </a:r>
          </a:p>
          <a:p>
            <a:pPr lvl="0" algn="just"/>
            <a:r>
              <a:rPr lang="es-MX" dirty="0"/>
              <a:t>Una cita, ilustración o historia apropiada de forma</a:t>
            </a:r>
            <a:r>
              <a:rPr lang="es-MX" b="1" dirty="0"/>
              <a:t> breve.</a:t>
            </a:r>
            <a:endParaRPr lang="es-MX" dirty="0"/>
          </a:p>
          <a:p>
            <a:pPr lvl="0" algn="just"/>
            <a:r>
              <a:rPr lang="es-MX" dirty="0"/>
              <a:t>Un despliegue de algún objeto o figura.</a:t>
            </a:r>
          </a:p>
          <a:p>
            <a:pPr lvl="0" algn="just"/>
            <a:r>
              <a:rPr lang="es-MX" dirty="0"/>
              <a:t>Una generalización atractiva que esté vinculada con su personalidad</a:t>
            </a:r>
            <a:r>
              <a:rPr lang="es-MX" dirty="0" smtClean="0"/>
              <a:t>.</a:t>
            </a:r>
          </a:p>
          <a:p>
            <a:pPr marL="0" lv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b="1" dirty="0"/>
              <a:t>Evitar</a:t>
            </a:r>
            <a:r>
              <a:rPr lang="es-MX" dirty="0"/>
              <a:t> estas introducciones deficientes: Un enunciado apologético; Un cuento o chiste que no está relacionado con su tema; Una observación común; Un enunciado o historia larga o lenta y Una pregunta trivial, tal como ¿Alguna vez te has detenido a pensar</a:t>
            </a:r>
            <a:r>
              <a:rPr lang="es-MX" dirty="0" smtClean="0"/>
              <a:t>…?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0517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¿Cómo desarrollar su discurso?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b="1" dirty="0" smtClean="0"/>
              <a:t>Desarrollo</a:t>
            </a:r>
            <a:r>
              <a:rPr lang="es-MX" b="1" dirty="0"/>
              <a:t>.-</a:t>
            </a:r>
            <a:r>
              <a:rPr lang="es-MX" dirty="0"/>
              <a:t> No perder el punto principal, </a:t>
            </a:r>
            <a:r>
              <a:rPr lang="es-MX" dirty="0" smtClean="0"/>
              <a:t>después, </a:t>
            </a:r>
            <a:r>
              <a:rPr lang="es-MX" dirty="0"/>
              <a:t>dejar claro el sub-punto y se puede llevar material de apoyo fácil de mostrar</a:t>
            </a:r>
            <a:r>
              <a:rPr lang="es-MX" dirty="0" smtClean="0"/>
              <a:t>.</a:t>
            </a:r>
          </a:p>
          <a:p>
            <a:pPr marL="0" indent="0">
              <a:buNone/>
            </a:pPr>
            <a:endParaRPr lang="es-MX" dirty="0" smtClean="0"/>
          </a:p>
          <a:p>
            <a:pPr marL="0" indent="0" algn="just">
              <a:buNone/>
            </a:pPr>
            <a:r>
              <a:rPr lang="es-MX" dirty="0" smtClean="0"/>
              <a:t>Al momento de decirlo utilice diferentes tonos de voz, alta, baja, silencios, etc. Practique y disfrute su</a:t>
            </a:r>
            <a:endParaRPr lang="es-MX" dirty="0"/>
          </a:p>
          <a:p>
            <a:pPr marL="0" indent="0" algn="just">
              <a:buNone/>
            </a:pPr>
            <a:r>
              <a:rPr lang="es-MX" dirty="0" smtClean="0"/>
              <a:t> lenguaje corporal.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904" y="4293096"/>
            <a:ext cx="24003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148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¿Cómo desarrollar su discurso?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b="1" dirty="0" smtClean="0"/>
              <a:t>Conclusión</a:t>
            </a:r>
            <a:r>
              <a:rPr lang="es-MX" b="1" dirty="0"/>
              <a:t>.-</a:t>
            </a:r>
            <a:r>
              <a:rPr lang="es-MX" dirty="0"/>
              <a:t> Puede ser la revisión de lo descrito, un resumen, llamado a la acción o enunciado digno de </a:t>
            </a:r>
            <a:r>
              <a:rPr lang="es-MX" dirty="0" smtClean="0"/>
              <a:t>recordarlo. Al decirlo levante la voz y deje claro cual fue el punto objetivo del discurso.</a:t>
            </a:r>
            <a:endParaRPr lang="es-MX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284984"/>
            <a:ext cx="26289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 descr="http://4.bp.blogspot.com/-eaW_mOag8SY/UPXRO7WhVHI/AAAAAAAAAH4/G-LaD2u0fSQ/s1600/oratoria+hablar+en+publico+correctamen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89" y="4365104"/>
            <a:ext cx="3456384" cy="212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539552" y="5428071"/>
            <a:ext cx="3384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smtClean="0"/>
              <a:t>¡EVITE DAR LAS GRACIAS</a:t>
            </a:r>
          </a:p>
          <a:p>
            <a:r>
              <a:rPr lang="es-MX" i="1" dirty="0" smtClean="0"/>
              <a:t>Y QUE SU DISCURSO SEA UN REGALO PARA LOS QUE ESCUCHAN!</a:t>
            </a:r>
            <a:endParaRPr lang="es-MX" i="1" dirty="0"/>
          </a:p>
        </p:txBody>
      </p:sp>
    </p:spTree>
    <p:extLst>
      <p:ext uri="{BB962C8B-B14F-4D97-AF65-F5344CB8AC3E}">
        <p14:creationId xmlns:p14="http://schemas.microsoft.com/office/powerpoint/2010/main" val="121741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 2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smtClean="0"/>
              <a:t>Discurso:</a:t>
            </a:r>
          </a:p>
          <a:p>
            <a:pPr marL="0" indent="0">
              <a:buNone/>
            </a:pPr>
            <a:r>
              <a:rPr lang="es-MX" dirty="0" smtClean="0"/>
              <a:t>“Gracias a la vida…</a:t>
            </a:r>
          </a:p>
          <a:p>
            <a:pPr marL="0" indent="0" algn="just">
              <a:buNone/>
            </a:pPr>
            <a:r>
              <a:rPr lang="es-MX" dirty="0" smtClean="0"/>
              <a:t>	Soy mujer, abuela, madre, maestra, estudiante eterna, esposa, hija, hermana, compañera y aunque a veces  me siento abajo, me gusta superarlo y conectarme con la fuerza curativa del amor que es la luz en mi interior”</a:t>
            </a:r>
          </a:p>
          <a:p>
            <a:pPr marL="0" indent="0">
              <a:buNone/>
            </a:pPr>
            <a:r>
              <a:rPr lang="es-MX" dirty="0" smtClean="0"/>
              <a:t>	Pertenezco al </a:t>
            </a:r>
            <a:r>
              <a:rPr lang="es-MX" dirty="0"/>
              <a:t>club </a:t>
            </a:r>
            <a:r>
              <a:rPr lang="es-MX" dirty="0" smtClean="0"/>
              <a:t> </a:t>
            </a:r>
            <a:r>
              <a:rPr lang="es-MX" dirty="0"/>
              <a:t>de </a:t>
            </a:r>
            <a:r>
              <a:rPr lang="es-MX" dirty="0" smtClean="0"/>
              <a:t>oratoria </a:t>
            </a:r>
            <a:r>
              <a:rPr lang="es-MX" i="1" dirty="0" err="1" smtClean="0"/>
              <a:t>Tlaloc</a:t>
            </a:r>
            <a:r>
              <a:rPr lang="es-MX" i="1" dirty="0" smtClean="0"/>
              <a:t> </a:t>
            </a:r>
            <a:r>
              <a:rPr lang="es-MX" dirty="0"/>
              <a:t>que </a:t>
            </a:r>
            <a:r>
              <a:rPr lang="es-MX" dirty="0" smtClean="0"/>
              <a:t>es parte de </a:t>
            </a:r>
            <a:r>
              <a:rPr lang="es-MX" i="1" dirty="0" err="1" smtClean="0"/>
              <a:t>Toastmasters</a:t>
            </a:r>
            <a:r>
              <a:rPr lang="es-MX" i="1" dirty="0" smtClean="0"/>
              <a:t> International.</a:t>
            </a:r>
            <a:endParaRPr lang="es-MX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5373216"/>
            <a:ext cx="40862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467544" y="5805264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u="sng" dirty="0">
                <a:hlinkClick r:id="rId3"/>
              </a:rPr>
              <a:t>www.toastmasters.org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3134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 2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smtClean="0"/>
              <a:t>Discurso:</a:t>
            </a:r>
          </a:p>
          <a:p>
            <a:pPr marL="0" indent="0">
              <a:buNone/>
            </a:pPr>
            <a:r>
              <a:rPr lang="es-MX" dirty="0" smtClean="0"/>
              <a:t>	Desde 2011 soy miembro de</a:t>
            </a:r>
            <a:r>
              <a:rPr lang="es-MX" i="1" dirty="0" smtClean="0"/>
              <a:t> CECURA.- Centro de Curación de Actitudes </a:t>
            </a:r>
            <a:r>
              <a:rPr lang="es-MX" dirty="0" smtClean="0"/>
              <a:t>donde nos recuerdan que si quiero que algo cambie, primero </a:t>
            </a:r>
            <a:r>
              <a:rPr lang="es-MX" dirty="0" smtClean="0"/>
              <a:t>cambio YO.</a:t>
            </a:r>
            <a:endParaRPr lang="es-MX" dirty="0" smtClean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772" y="3429000"/>
            <a:ext cx="2844316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115616" y="594928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www.cecura.org.mx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8021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 2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smtClean="0"/>
              <a:t>Discurso:</a:t>
            </a:r>
          </a:p>
          <a:p>
            <a:pPr marL="0" indent="0" algn="just">
              <a:buNone/>
            </a:pPr>
            <a:r>
              <a:rPr lang="es-MX" dirty="0" smtClean="0"/>
              <a:t>	Me considero estudiante eterna aquí en UPIICSA. Estudie una maestría en ciencias con especialidad en informática, disfrutando de beca.</a:t>
            </a:r>
          </a:p>
          <a:p>
            <a:pPr marL="0" indent="0" algn="just">
              <a:buNone/>
            </a:pPr>
            <a:r>
              <a:rPr lang="es-MX" dirty="0" smtClean="0"/>
              <a:t>	Actualmente sigo estudiando inglés desde el año 2005. Estoy tomando un curso de redacción para escribir sobre mi vida y soy tutora de estudiantes desde el año 2000 que se inicio el PIT del IPN Programa Institucional de Tutorías.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2" name="1 CuadroTexto"/>
          <p:cNvSpPr txBox="1"/>
          <p:nvPr/>
        </p:nvSpPr>
        <p:spPr>
          <a:xfrm>
            <a:off x="1115616" y="594928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www.ipn.mx</a:t>
            </a:r>
            <a:endParaRPr lang="es-MX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5164246"/>
            <a:ext cx="2457450" cy="168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607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 2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 smtClean="0"/>
              <a:t>Conclusión</a:t>
            </a:r>
          </a:p>
          <a:p>
            <a:pPr marL="0" indent="0" algn="just">
              <a:buNone/>
            </a:pPr>
            <a:r>
              <a:rPr lang="es-MX" dirty="0" smtClean="0"/>
              <a:t>	Soy profesora egresada de la UPIICSA generación 1979-1983, desde 1991 estoy laborando como profesora. </a:t>
            </a:r>
            <a:r>
              <a:rPr lang="es-MX" dirty="0" smtClean="0"/>
              <a:t>Soy candidata a maestra </a:t>
            </a:r>
            <a:r>
              <a:rPr lang="es-MX" dirty="0" smtClean="0"/>
              <a:t>en ciencias con especialidad en informática de 2000-2005.</a:t>
            </a:r>
          </a:p>
          <a:p>
            <a:pPr marL="0" indent="0" algn="just">
              <a:buNone/>
            </a:pPr>
            <a:r>
              <a:rPr lang="es-MX" dirty="0" smtClean="0"/>
              <a:t>	Mi misión de vida es: “!Encontrar mi equilibrio, conservar mi paz interior sin importar lo que pase a mi alrededor y responsabilizarme de cuidar mi salud física, mental, emocional y financiera. SABER MÁS PARA SERVIR MEJOR!”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2" name="1 CuadroTexto"/>
          <p:cNvSpPr txBox="1"/>
          <p:nvPr/>
        </p:nvSpPr>
        <p:spPr>
          <a:xfrm>
            <a:off x="1115616" y="594928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www.ipn.mx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5071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67256" y="2967335"/>
            <a:ext cx="660950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s-ES" sz="48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POR SU ATENCION</a:t>
            </a:r>
            <a:endParaRPr lang="es-ES" sz="48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879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t2.gstatic.com/images?q=tbn:ANd9GcSdgvRclOJjdUJeQm9ZY1H5DVXFDTPTJCRLJ4EBg9qeaj1cI8GBj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764704"/>
            <a:ext cx="6973304" cy="527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29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1801</TotalTime>
  <Words>531</Words>
  <Application>Microsoft Office PowerPoint</Application>
  <PresentationFormat>Presentación en pantalla (4:3)</PresentationFormat>
  <Paragraphs>64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Mirador</vt:lpstr>
      <vt:lpstr>Primera sesión PROYECTO # 1 “Rompe Hielo”  teoría de Lenguajes Y Compiladores 2CM41 y 3CM42</vt:lpstr>
      <vt:lpstr>Importancia</vt:lpstr>
      <vt:lpstr>Importancia</vt:lpstr>
      <vt:lpstr>Importancia</vt:lpstr>
      <vt:lpstr>Objetivo</vt:lpstr>
      <vt:lpstr>Resumen Ejecutivo</vt:lpstr>
      <vt:lpstr>Presentación de PowerPoint</vt:lpstr>
      <vt:lpstr>¿COMO DESARROLLAR SU DISCURSO?</vt:lpstr>
      <vt:lpstr>¿Cómo desarrollar su discurso?</vt:lpstr>
      <vt:lpstr>¿Cómo desarrollar su discurso?</vt:lpstr>
      <vt:lpstr>¿Cómo desarrollar su discurso?</vt:lpstr>
      <vt:lpstr>¿Cómo desarrollar su discurso?</vt:lpstr>
      <vt:lpstr>Ejemplo 2</vt:lpstr>
      <vt:lpstr>Ejemplo 2</vt:lpstr>
      <vt:lpstr>Ejemplo 2</vt:lpstr>
      <vt:lpstr>Ejemplo 2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Conversión de un autómata  a  expresión regular y de una expresión regular a un autómata</dc:title>
  <dc:creator>Andrea</dc:creator>
  <cp:lastModifiedBy>SARIS</cp:lastModifiedBy>
  <cp:revision>42</cp:revision>
  <dcterms:created xsi:type="dcterms:W3CDTF">2014-05-19T02:06:31Z</dcterms:created>
  <dcterms:modified xsi:type="dcterms:W3CDTF">2016-08-08T02:49:07Z</dcterms:modified>
</cp:coreProperties>
</file>